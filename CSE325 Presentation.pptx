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62" r:id="rId2"/>
    <p:sldId id="327" r:id="rId3"/>
    <p:sldId id="271" r:id="rId4"/>
    <p:sldId id="355" r:id="rId5"/>
    <p:sldId id="338" r:id="rId6"/>
    <p:sldId id="339" r:id="rId7"/>
    <p:sldId id="357" r:id="rId8"/>
    <p:sldId id="340" r:id="rId9"/>
    <p:sldId id="359" r:id="rId10"/>
    <p:sldId id="361" r:id="rId11"/>
    <p:sldId id="360" r:id="rId12"/>
    <p:sldId id="346" r:id="rId13"/>
    <p:sldId id="326" r:id="rId14"/>
    <p:sldId id="33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66" autoAdjust="0"/>
    <p:restoredTop sz="96283" autoAdjust="0"/>
  </p:normalViewPr>
  <p:slideViewPr>
    <p:cSldViewPr snapToGrid="0">
      <p:cViewPr>
        <p:scale>
          <a:sx n="66" d="100"/>
          <a:sy n="66" d="100"/>
        </p:scale>
        <p:origin x="1884" y="9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A8539-C858-4492-A663-1707AF0B703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6758D-00F3-475B-BD95-7AECEC766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29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6758D-00F3-475B-BD95-7AECEC766D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49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4">
          <a:extLst>
            <a:ext uri="{FF2B5EF4-FFF2-40B4-BE49-F238E27FC236}">
              <a16:creationId xmlns:a16="http://schemas.microsoft.com/office/drawing/2014/main" id="{70849D02-A9CB-E8B5-D080-A3B88F90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" name="Google Shape;4045;gd431007ba2_0_208:notes">
            <a:extLst>
              <a:ext uri="{FF2B5EF4-FFF2-40B4-BE49-F238E27FC236}">
                <a16:creationId xmlns:a16="http://schemas.microsoft.com/office/drawing/2014/main" id="{06D3B23C-956C-BF97-6EB5-A0E0F35107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6" name="Google Shape;4046;gd431007ba2_0_208:notes">
            <a:extLst>
              <a:ext uri="{FF2B5EF4-FFF2-40B4-BE49-F238E27FC236}">
                <a16:creationId xmlns:a16="http://schemas.microsoft.com/office/drawing/2014/main" id="{B936BA0D-78CD-636C-D2A1-94D15DA224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1156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6758D-00F3-475B-BD95-7AECEC766D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30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6758D-00F3-475B-BD95-7AECEC766D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90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6758D-00F3-475B-BD95-7AECEC766D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96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6758D-00F3-475B-BD95-7AECEC766D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32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9">
          <a:extLst>
            <a:ext uri="{FF2B5EF4-FFF2-40B4-BE49-F238E27FC236}">
              <a16:creationId xmlns:a16="http://schemas.microsoft.com/office/drawing/2014/main" id="{10784C4C-4E8B-C3F6-9F5A-657BDADFF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0" name="Google Shape;4090;g14072739ea5_12_0:notes">
            <a:extLst>
              <a:ext uri="{FF2B5EF4-FFF2-40B4-BE49-F238E27FC236}">
                <a16:creationId xmlns:a16="http://schemas.microsoft.com/office/drawing/2014/main" id="{94EC6EDB-0B68-4E99-6661-9EC66DED0F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1" name="Google Shape;4091;g14072739ea5_12_0:notes">
            <a:extLst>
              <a:ext uri="{FF2B5EF4-FFF2-40B4-BE49-F238E27FC236}">
                <a16:creationId xmlns:a16="http://schemas.microsoft.com/office/drawing/2014/main" id="{B0FAEF41-C7F0-3B49-9AEC-BB38E0FE7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497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9">
          <a:extLst>
            <a:ext uri="{FF2B5EF4-FFF2-40B4-BE49-F238E27FC236}">
              <a16:creationId xmlns:a16="http://schemas.microsoft.com/office/drawing/2014/main" id="{1CA38EBF-C809-C886-5A41-6443C1437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0" name="Google Shape;4090;g14072739ea5_12_0:notes">
            <a:extLst>
              <a:ext uri="{FF2B5EF4-FFF2-40B4-BE49-F238E27FC236}">
                <a16:creationId xmlns:a16="http://schemas.microsoft.com/office/drawing/2014/main" id="{CEBFB206-BACB-27F0-2DD9-1C49612963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1" name="Google Shape;4091;g14072739ea5_12_0:notes">
            <a:extLst>
              <a:ext uri="{FF2B5EF4-FFF2-40B4-BE49-F238E27FC236}">
                <a16:creationId xmlns:a16="http://schemas.microsoft.com/office/drawing/2014/main" id="{68344AED-3A6D-BE65-EED5-354C93998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0837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73815-4630-0264-6523-FF8A3932D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FA42E-E934-3763-FBE8-799924BDD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025F8-ADE7-91A7-AE8D-820586756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C3BE-8B96-4EF0-A271-E2207B2CF34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A0815-719E-1EAB-A86B-7380813C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4A54A-A466-0126-1DCE-85278DAD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E28-0AB3-429F-9888-BEB2BBC0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7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972D7-D070-4A64-570E-9FC78382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0D108-F867-0E2C-9202-DA7458027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38DBE-8044-CF00-5873-CC45B602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C3BE-8B96-4EF0-A271-E2207B2CF34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F2A62-2760-01F3-D1BA-8B893CA7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0E19E-047A-E4AD-E3C5-A16CABFD8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E28-0AB3-429F-9888-BEB2BBC0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8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9E33-C42A-E65D-21E0-84078A04A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21DBE-5BBF-EAB4-AD10-C4139256D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34F4C-498D-3B03-376C-6D39A218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C3BE-8B96-4EF0-A271-E2207B2CF34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D423E-A6DD-14E8-DED9-2E890E52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78CC3-8416-D2FF-68CB-4737E883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E28-0AB3-429F-9888-BEB2BBC0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02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7936-AE08-4A3E-07A5-E94840023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F4219-9148-563B-36D0-C188B2D3AB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B4657-D0A0-6E22-AD16-5DEB0D6C9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8C2D6-DF01-019B-6136-445891833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C3BE-8B96-4EF0-A271-E2207B2CF34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9C83F-DDF8-F43D-823D-92C29AB07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70A5A-15B4-B126-3379-D37F3C4A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E28-0AB3-429F-9888-BEB2BBC0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57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7C20-BEA9-605A-9F97-396E82B21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ACD19-CF91-1A34-83B3-38CB6D77C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8FE60-3892-6350-7AE9-0B8C87A88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47F3F-FB7E-3C7E-2B6D-2C743E5F4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3C6512-1BA2-1DFA-8F5F-C38BE3F010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A7DB3-2201-9A1A-6329-1FADFABD4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C3BE-8B96-4EF0-A271-E2207B2CF34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E310D-B3DA-30D5-7BCB-6F629631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E301AF-C51A-5CD9-E394-87F036A81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E28-0AB3-429F-9888-BEB2BBC0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6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FB4F-E726-9A3F-1558-11DEE575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F65EE-8689-2B88-ECF2-4D5B23676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C3BE-8B96-4EF0-A271-E2207B2CF34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3AA72-F73F-C7F5-D4FD-E51EBD7C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032B1-65AD-5717-E4BB-218D3A44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E28-0AB3-429F-9888-BEB2BBC0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7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F7ED1-04C9-295B-B1BC-060BB4B4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C3BE-8B96-4EF0-A271-E2207B2CF34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675E25-2A14-69D7-F1A2-0CF19A81F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887A8-89FA-C8EC-EE4C-E96C506D4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E28-0AB3-429F-9888-BEB2BBC0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13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66D81-9C4B-ABDF-D704-CA412120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AD7FB-9AFF-FA62-FBA1-42708503A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F9B58-ECBA-F558-2275-EC3367510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7E1A4-BFD1-FD45-E0ED-F44E5B69D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C3BE-8B96-4EF0-A271-E2207B2CF34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986DA-5455-66F7-26AC-082D3234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CAF01-240B-C50A-70E9-B7BC10EC6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E28-0AB3-429F-9888-BEB2BBC0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38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16EB-5974-8591-70BA-017E181FF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6296D-0603-AA77-5E7C-5A4D7D57B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AD367-38AB-8C21-9579-0A1E1F1FB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15AD7-B6A5-C779-9863-B591165C3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C3BE-8B96-4EF0-A271-E2207B2CF34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4D75B5-58B0-4325-3D60-9A362B74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7D1AB-FE71-5DE3-176E-A9E414C12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E28-0AB3-429F-9888-BEB2BBC0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87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CEE1-3BB1-9421-BE7E-57BBEB48D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27965-DE49-9504-12AD-31FEA7D67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C8E7F-2BD9-7554-BC0C-56BF4709A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C3BE-8B96-4EF0-A271-E2207B2CF34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F7060-5674-3450-1AA5-0456E776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029F4-BF95-E4FB-1712-0065F4D43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E28-0AB3-429F-9888-BEB2BBC0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14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88419-035E-4B67-2F4B-F439AFB5F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891B7-4D1B-5BFC-7D77-628628607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C00FB-5435-7C54-7BB0-B2DC8E74D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C3BE-8B96-4EF0-A271-E2207B2CF34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E4D6E-EE42-45FB-9CF6-24481D8A5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E111F-AF68-FA25-823F-200BE6B2E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E28-0AB3-429F-9888-BEB2BBC0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28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1582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7" name="Google Shape;2677;p24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8" name="Google Shape;2678;p24"/>
          <p:cNvGrpSpPr/>
          <p:nvPr/>
        </p:nvGrpSpPr>
        <p:grpSpPr>
          <a:xfrm>
            <a:off x="-392743" y="683175"/>
            <a:ext cx="12612365" cy="4487499"/>
            <a:chOff x="-294557" y="512381"/>
            <a:chExt cx="9459274" cy="3365624"/>
          </a:xfrm>
        </p:grpSpPr>
        <p:grpSp>
          <p:nvGrpSpPr>
            <p:cNvPr id="2679" name="Google Shape;2679;p24"/>
            <p:cNvGrpSpPr/>
            <p:nvPr/>
          </p:nvGrpSpPr>
          <p:grpSpPr>
            <a:xfrm rot="2258642">
              <a:off x="-339773" y="3031313"/>
              <a:ext cx="1029115" cy="202717"/>
              <a:chOff x="4737493" y="4305992"/>
              <a:chExt cx="547410" cy="107830"/>
            </a:xfrm>
          </p:grpSpPr>
          <p:sp>
            <p:nvSpPr>
              <p:cNvPr id="2680" name="Google Shape;2680;p24"/>
              <p:cNvSpPr/>
              <p:nvPr/>
            </p:nvSpPr>
            <p:spPr>
              <a:xfrm>
                <a:off x="4737493" y="4313938"/>
                <a:ext cx="52470" cy="86159"/>
              </a:xfrm>
              <a:custGeom>
                <a:avLst/>
                <a:gdLst/>
                <a:ahLst/>
                <a:cxnLst/>
                <a:rect l="l" t="t" r="r" b="b"/>
                <a:pathLst>
                  <a:path w="799" h="1312" extrusionOk="0">
                    <a:moveTo>
                      <a:pt x="233" y="127"/>
                    </a:moveTo>
                    <a:cubicBezTo>
                      <a:pt x="302" y="127"/>
                      <a:pt x="435" y="167"/>
                      <a:pt x="468" y="195"/>
                    </a:cubicBezTo>
                    <a:cubicBezTo>
                      <a:pt x="578" y="412"/>
                      <a:pt x="569" y="519"/>
                      <a:pt x="432" y="535"/>
                    </a:cubicBezTo>
                    <a:cubicBezTo>
                      <a:pt x="364" y="551"/>
                      <a:pt x="296" y="561"/>
                      <a:pt x="225" y="567"/>
                    </a:cubicBezTo>
                    <a:cubicBezTo>
                      <a:pt x="215" y="567"/>
                      <a:pt x="202" y="577"/>
                      <a:pt x="196" y="580"/>
                    </a:cubicBezTo>
                    <a:cubicBezTo>
                      <a:pt x="189" y="548"/>
                      <a:pt x="186" y="515"/>
                      <a:pt x="180" y="483"/>
                    </a:cubicBezTo>
                    <a:cubicBezTo>
                      <a:pt x="170" y="412"/>
                      <a:pt x="164" y="340"/>
                      <a:pt x="154" y="269"/>
                    </a:cubicBezTo>
                    <a:cubicBezTo>
                      <a:pt x="141" y="169"/>
                      <a:pt x="118" y="156"/>
                      <a:pt x="206" y="130"/>
                    </a:cubicBezTo>
                    <a:cubicBezTo>
                      <a:pt x="213" y="128"/>
                      <a:pt x="222" y="127"/>
                      <a:pt x="233" y="127"/>
                    </a:cubicBezTo>
                    <a:close/>
                    <a:moveTo>
                      <a:pt x="180" y="0"/>
                    </a:moveTo>
                    <a:cubicBezTo>
                      <a:pt x="27" y="0"/>
                      <a:pt x="0" y="82"/>
                      <a:pt x="24" y="272"/>
                    </a:cubicBezTo>
                    <a:cubicBezTo>
                      <a:pt x="63" y="613"/>
                      <a:pt x="92" y="985"/>
                      <a:pt x="238" y="1296"/>
                    </a:cubicBezTo>
                    <a:cubicBezTo>
                      <a:pt x="243" y="1307"/>
                      <a:pt x="252" y="1312"/>
                      <a:pt x="262" y="1312"/>
                    </a:cubicBezTo>
                    <a:cubicBezTo>
                      <a:pt x="278" y="1312"/>
                      <a:pt x="296" y="1298"/>
                      <a:pt x="296" y="1280"/>
                    </a:cubicBezTo>
                    <a:cubicBezTo>
                      <a:pt x="290" y="1082"/>
                      <a:pt x="251" y="888"/>
                      <a:pt x="215" y="690"/>
                    </a:cubicBezTo>
                    <a:lnTo>
                      <a:pt x="225" y="690"/>
                    </a:lnTo>
                    <a:cubicBezTo>
                      <a:pt x="413" y="681"/>
                      <a:pt x="727" y="661"/>
                      <a:pt x="760" y="421"/>
                    </a:cubicBezTo>
                    <a:cubicBezTo>
                      <a:pt x="799" y="175"/>
                      <a:pt x="494" y="39"/>
                      <a:pt x="290" y="10"/>
                    </a:cubicBezTo>
                    <a:cubicBezTo>
                      <a:pt x="247" y="3"/>
                      <a:pt x="211" y="0"/>
                      <a:pt x="1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1" name="Google Shape;2681;p24"/>
              <p:cNvSpPr/>
              <p:nvPr/>
            </p:nvSpPr>
            <p:spPr>
              <a:xfrm>
                <a:off x="4790749" y="4371135"/>
                <a:ext cx="37498" cy="9128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39" extrusionOk="0">
                    <a:moveTo>
                      <a:pt x="496" y="1"/>
                    </a:moveTo>
                    <a:cubicBezTo>
                      <a:pt x="415" y="1"/>
                      <a:pt x="334" y="20"/>
                      <a:pt x="253" y="27"/>
                    </a:cubicBezTo>
                    <a:cubicBezTo>
                      <a:pt x="182" y="30"/>
                      <a:pt x="107" y="27"/>
                      <a:pt x="36" y="36"/>
                    </a:cubicBezTo>
                    <a:cubicBezTo>
                      <a:pt x="0" y="43"/>
                      <a:pt x="4" y="98"/>
                      <a:pt x="36" y="111"/>
                    </a:cubicBezTo>
                    <a:cubicBezTo>
                      <a:pt x="101" y="130"/>
                      <a:pt x="184" y="139"/>
                      <a:pt x="267" y="139"/>
                    </a:cubicBezTo>
                    <a:cubicBezTo>
                      <a:pt x="354" y="139"/>
                      <a:pt x="441" y="129"/>
                      <a:pt x="509" y="111"/>
                    </a:cubicBezTo>
                    <a:cubicBezTo>
                      <a:pt x="571" y="91"/>
                      <a:pt x="558" y="1"/>
                      <a:pt x="4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2" name="Google Shape;2682;p24"/>
              <p:cNvSpPr/>
              <p:nvPr/>
            </p:nvSpPr>
            <p:spPr>
              <a:xfrm>
                <a:off x="4791406" y="4352419"/>
                <a:ext cx="41109" cy="8406"/>
              </a:xfrm>
              <a:custGeom>
                <a:avLst/>
                <a:gdLst/>
                <a:ahLst/>
                <a:cxnLst/>
                <a:rect l="l" t="t" r="r" b="b"/>
                <a:pathLst>
                  <a:path w="626" h="128" extrusionOk="0">
                    <a:moveTo>
                      <a:pt x="275" y="1"/>
                    </a:moveTo>
                    <a:cubicBezTo>
                      <a:pt x="203" y="1"/>
                      <a:pt x="131" y="3"/>
                      <a:pt x="59" y="7"/>
                    </a:cubicBezTo>
                    <a:cubicBezTo>
                      <a:pt x="0" y="10"/>
                      <a:pt x="0" y="95"/>
                      <a:pt x="59" y="95"/>
                    </a:cubicBezTo>
                    <a:cubicBezTo>
                      <a:pt x="224" y="95"/>
                      <a:pt x="386" y="108"/>
                      <a:pt x="551" y="127"/>
                    </a:cubicBezTo>
                    <a:cubicBezTo>
                      <a:pt x="554" y="127"/>
                      <a:pt x="557" y="128"/>
                      <a:pt x="560" y="128"/>
                    </a:cubicBezTo>
                    <a:cubicBezTo>
                      <a:pt x="625" y="128"/>
                      <a:pt x="622" y="23"/>
                      <a:pt x="551" y="14"/>
                    </a:cubicBezTo>
                    <a:cubicBezTo>
                      <a:pt x="460" y="5"/>
                      <a:pt x="367" y="1"/>
                      <a:pt x="27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3" name="Google Shape;2683;p24"/>
              <p:cNvSpPr/>
              <p:nvPr/>
            </p:nvSpPr>
            <p:spPr>
              <a:xfrm>
                <a:off x="4848209" y="4305992"/>
                <a:ext cx="50238" cy="82088"/>
              </a:xfrm>
              <a:custGeom>
                <a:avLst/>
                <a:gdLst/>
                <a:ahLst/>
                <a:cxnLst/>
                <a:rect l="l" t="t" r="r" b="b"/>
                <a:pathLst>
                  <a:path w="765" h="1250" extrusionOk="0">
                    <a:moveTo>
                      <a:pt x="353" y="142"/>
                    </a:moveTo>
                    <a:cubicBezTo>
                      <a:pt x="382" y="142"/>
                      <a:pt x="414" y="150"/>
                      <a:pt x="447" y="167"/>
                    </a:cubicBezTo>
                    <a:cubicBezTo>
                      <a:pt x="590" y="241"/>
                      <a:pt x="593" y="410"/>
                      <a:pt x="460" y="494"/>
                    </a:cubicBezTo>
                    <a:cubicBezTo>
                      <a:pt x="376" y="549"/>
                      <a:pt x="279" y="549"/>
                      <a:pt x="182" y="555"/>
                    </a:cubicBezTo>
                    <a:cubicBezTo>
                      <a:pt x="178" y="555"/>
                      <a:pt x="169" y="559"/>
                      <a:pt x="165" y="559"/>
                    </a:cubicBezTo>
                    <a:cubicBezTo>
                      <a:pt x="162" y="517"/>
                      <a:pt x="156" y="468"/>
                      <a:pt x="152" y="423"/>
                    </a:cubicBezTo>
                    <a:cubicBezTo>
                      <a:pt x="142" y="286"/>
                      <a:pt x="226" y="142"/>
                      <a:pt x="353" y="142"/>
                    </a:cubicBezTo>
                    <a:close/>
                    <a:moveTo>
                      <a:pt x="310" y="0"/>
                    </a:moveTo>
                    <a:cubicBezTo>
                      <a:pt x="182" y="0"/>
                      <a:pt x="71" y="68"/>
                      <a:pt x="33" y="209"/>
                    </a:cubicBezTo>
                    <a:cubicBezTo>
                      <a:pt x="0" y="329"/>
                      <a:pt x="33" y="471"/>
                      <a:pt x="42" y="591"/>
                    </a:cubicBezTo>
                    <a:cubicBezTo>
                      <a:pt x="65" y="795"/>
                      <a:pt x="84" y="996"/>
                      <a:pt x="114" y="1200"/>
                    </a:cubicBezTo>
                    <a:cubicBezTo>
                      <a:pt x="117" y="1233"/>
                      <a:pt x="146" y="1250"/>
                      <a:pt x="172" y="1250"/>
                    </a:cubicBezTo>
                    <a:cubicBezTo>
                      <a:pt x="198" y="1250"/>
                      <a:pt x="222" y="1234"/>
                      <a:pt x="217" y="1200"/>
                    </a:cubicBezTo>
                    <a:cubicBezTo>
                      <a:pt x="204" y="1025"/>
                      <a:pt x="188" y="857"/>
                      <a:pt x="172" y="682"/>
                    </a:cubicBezTo>
                    <a:lnTo>
                      <a:pt x="178" y="682"/>
                    </a:lnTo>
                    <a:cubicBezTo>
                      <a:pt x="376" y="679"/>
                      <a:pt x="638" y="640"/>
                      <a:pt x="703" y="416"/>
                    </a:cubicBezTo>
                    <a:cubicBezTo>
                      <a:pt x="765" y="225"/>
                      <a:pt x="590" y="63"/>
                      <a:pt x="415" y="14"/>
                    </a:cubicBezTo>
                    <a:cubicBezTo>
                      <a:pt x="379" y="5"/>
                      <a:pt x="344" y="0"/>
                      <a:pt x="3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4" name="Google Shape;2684;p24"/>
              <p:cNvSpPr/>
              <p:nvPr/>
            </p:nvSpPr>
            <p:spPr>
              <a:xfrm>
                <a:off x="4888792" y="4369099"/>
                <a:ext cx="20752" cy="14382"/>
              </a:xfrm>
              <a:custGeom>
                <a:avLst/>
                <a:gdLst/>
                <a:ahLst/>
                <a:cxnLst/>
                <a:rect l="l" t="t" r="r" b="b"/>
                <a:pathLst>
                  <a:path w="316" h="219" extrusionOk="0">
                    <a:moveTo>
                      <a:pt x="189" y="0"/>
                    </a:moveTo>
                    <a:cubicBezTo>
                      <a:pt x="175" y="0"/>
                      <a:pt x="161" y="2"/>
                      <a:pt x="147" y="6"/>
                    </a:cubicBezTo>
                    <a:cubicBezTo>
                      <a:pt x="143" y="6"/>
                      <a:pt x="134" y="12"/>
                      <a:pt x="130" y="16"/>
                    </a:cubicBezTo>
                    <a:cubicBezTo>
                      <a:pt x="121" y="12"/>
                      <a:pt x="114" y="6"/>
                      <a:pt x="105" y="6"/>
                    </a:cubicBezTo>
                    <a:cubicBezTo>
                      <a:pt x="14" y="6"/>
                      <a:pt x="1" y="126"/>
                      <a:pt x="50" y="181"/>
                    </a:cubicBezTo>
                    <a:cubicBezTo>
                      <a:pt x="74" y="208"/>
                      <a:pt x="102" y="219"/>
                      <a:pt x="131" y="219"/>
                    </a:cubicBezTo>
                    <a:cubicBezTo>
                      <a:pt x="191" y="219"/>
                      <a:pt x="254" y="171"/>
                      <a:pt x="296" y="129"/>
                    </a:cubicBezTo>
                    <a:cubicBezTo>
                      <a:pt x="312" y="103"/>
                      <a:pt x="315" y="64"/>
                      <a:pt x="292" y="42"/>
                    </a:cubicBezTo>
                    <a:cubicBezTo>
                      <a:pt x="262" y="13"/>
                      <a:pt x="226" y="0"/>
                      <a:pt x="1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5" name="Google Shape;2685;p24"/>
              <p:cNvSpPr/>
              <p:nvPr/>
            </p:nvSpPr>
            <p:spPr>
              <a:xfrm>
                <a:off x="4922676" y="4350909"/>
                <a:ext cx="44065" cy="8603"/>
              </a:xfrm>
              <a:custGeom>
                <a:avLst/>
                <a:gdLst/>
                <a:ahLst/>
                <a:cxnLst/>
                <a:rect l="l" t="t" r="r" b="b"/>
                <a:pathLst>
                  <a:path w="671" h="131" extrusionOk="0">
                    <a:moveTo>
                      <a:pt x="298" y="0"/>
                    </a:moveTo>
                    <a:cubicBezTo>
                      <a:pt x="216" y="0"/>
                      <a:pt x="134" y="3"/>
                      <a:pt x="55" y="11"/>
                    </a:cubicBezTo>
                    <a:cubicBezTo>
                      <a:pt x="0" y="14"/>
                      <a:pt x="0" y="92"/>
                      <a:pt x="55" y="95"/>
                    </a:cubicBezTo>
                    <a:cubicBezTo>
                      <a:pt x="233" y="114"/>
                      <a:pt x="415" y="118"/>
                      <a:pt x="593" y="131"/>
                    </a:cubicBezTo>
                    <a:cubicBezTo>
                      <a:pt x="594" y="131"/>
                      <a:pt x="595" y="131"/>
                      <a:pt x="596" y="131"/>
                    </a:cubicBezTo>
                    <a:cubicBezTo>
                      <a:pt x="671" y="131"/>
                      <a:pt x="670" y="20"/>
                      <a:pt x="593" y="14"/>
                    </a:cubicBezTo>
                    <a:cubicBezTo>
                      <a:pt x="498" y="5"/>
                      <a:pt x="398" y="0"/>
                      <a:pt x="2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6" name="Google Shape;2686;p24"/>
              <p:cNvSpPr/>
              <p:nvPr/>
            </p:nvSpPr>
            <p:spPr>
              <a:xfrm>
                <a:off x="4974357" y="4314923"/>
                <a:ext cx="33163" cy="82547"/>
              </a:xfrm>
              <a:custGeom>
                <a:avLst/>
                <a:gdLst/>
                <a:ahLst/>
                <a:cxnLst/>
                <a:rect l="l" t="t" r="r" b="b"/>
                <a:pathLst>
                  <a:path w="505" h="1257" extrusionOk="0">
                    <a:moveTo>
                      <a:pt x="394" y="1"/>
                    </a:moveTo>
                    <a:cubicBezTo>
                      <a:pt x="384" y="1"/>
                      <a:pt x="374" y="4"/>
                      <a:pt x="366" y="11"/>
                    </a:cubicBezTo>
                    <a:cubicBezTo>
                      <a:pt x="185" y="196"/>
                      <a:pt x="0" y="423"/>
                      <a:pt x="10" y="698"/>
                    </a:cubicBezTo>
                    <a:cubicBezTo>
                      <a:pt x="16" y="935"/>
                      <a:pt x="195" y="1148"/>
                      <a:pt x="402" y="1249"/>
                    </a:cubicBezTo>
                    <a:cubicBezTo>
                      <a:pt x="412" y="1254"/>
                      <a:pt x="422" y="1256"/>
                      <a:pt x="431" y="1256"/>
                    </a:cubicBezTo>
                    <a:cubicBezTo>
                      <a:pt x="475" y="1256"/>
                      <a:pt x="505" y="1205"/>
                      <a:pt x="470" y="1168"/>
                    </a:cubicBezTo>
                    <a:cubicBezTo>
                      <a:pt x="305" y="990"/>
                      <a:pt x="110" y="886"/>
                      <a:pt x="143" y="601"/>
                    </a:cubicBezTo>
                    <a:cubicBezTo>
                      <a:pt x="169" y="390"/>
                      <a:pt x="318" y="228"/>
                      <a:pt x="438" y="66"/>
                    </a:cubicBezTo>
                    <a:cubicBezTo>
                      <a:pt x="463" y="36"/>
                      <a:pt x="428" y="1"/>
                      <a:pt x="3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7" name="Google Shape;2687;p24"/>
              <p:cNvSpPr/>
              <p:nvPr/>
            </p:nvSpPr>
            <p:spPr>
              <a:xfrm>
                <a:off x="5009686" y="4324576"/>
                <a:ext cx="42226" cy="65210"/>
              </a:xfrm>
              <a:custGeom>
                <a:avLst/>
                <a:gdLst/>
                <a:ahLst/>
                <a:cxnLst/>
                <a:rect l="l" t="t" r="r" b="b"/>
                <a:pathLst>
                  <a:path w="643" h="993" extrusionOk="0">
                    <a:moveTo>
                      <a:pt x="574" y="1"/>
                    </a:moveTo>
                    <a:cubicBezTo>
                      <a:pt x="550" y="1"/>
                      <a:pt x="526" y="14"/>
                      <a:pt x="515" y="46"/>
                    </a:cubicBezTo>
                    <a:cubicBezTo>
                      <a:pt x="476" y="185"/>
                      <a:pt x="441" y="321"/>
                      <a:pt x="402" y="464"/>
                    </a:cubicBezTo>
                    <a:cubicBezTo>
                      <a:pt x="386" y="532"/>
                      <a:pt x="350" y="788"/>
                      <a:pt x="288" y="872"/>
                    </a:cubicBezTo>
                    <a:cubicBezTo>
                      <a:pt x="217" y="723"/>
                      <a:pt x="152" y="567"/>
                      <a:pt x="91" y="415"/>
                    </a:cubicBezTo>
                    <a:cubicBezTo>
                      <a:pt x="83" y="395"/>
                      <a:pt x="66" y="387"/>
                      <a:pt x="49" y="387"/>
                    </a:cubicBezTo>
                    <a:cubicBezTo>
                      <a:pt x="24" y="387"/>
                      <a:pt x="0" y="405"/>
                      <a:pt x="10" y="434"/>
                    </a:cubicBezTo>
                    <a:cubicBezTo>
                      <a:pt x="75" y="616"/>
                      <a:pt x="152" y="791"/>
                      <a:pt x="230" y="969"/>
                    </a:cubicBezTo>
                    <a:cubicBezTo>
                      <a:pt x="235" y="983"/>
                      <a:pt x="252" y="992"/>
                      <a:pt x="267" y="992"/>
                    </a:cubicBezTo>
                    <a:cubicBezTo>
                      <a:pt x="272" y="992"/>
                      <a:pt x="277" y="991"/>
                      <a:pt x="282" y="988"/>
                    </a:cubicBezTo>
                    <a:cubicBezTo>
                      <a:pt x="408" y="956"/>
                      <a:pt x="424" y="823"/>
                      <a:pt x="450" y="713"/>
                    </a:cubicBezTo>
                    <a:cubicBezTo>
                      <a:pt x="512" y="502"/>
                      <a:pt x="577" y="289"/>
                      <a:pt x="625" y="75"/>
                    </a:cubicBezTo>
                    <a:cubicBezTo>
                      <a:pt x="643" y="30"/>
                      <a:pt x="609" y="1"/>
                      <a:pt x="5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8" name="Google Shape;2688;p24"/>
              <p:cNvSpPr/>
              <p:nvPr/>
            </p:nvSpPr>
            <p:spPr>
              <a:xfrm>
                <a:off x="5056048" y="4358789"/>
                <a:ext cx="40453" cy="9259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41" extrusionOk="0">
                    <a:moveTo>
                      <a:pt x="68" y="1"/>
                    </a:moveTo>
                    <a:cubicBezTo>
                      <a:pt x="0" y="1"/>
                      <a:pt x="3" y="105"/>
                      <a:pt x="68" y="108"/>
                    </a:cubicBezTo>
                    <a:cubicBezTo>
                      <a:pt x="227" y="121"/>
                      <a:pt x="386" y="130"/>
                      <a:pt x="538" y="140"/>
                    </a:cubicBezTo>
                    <a:cubicBezTo>
                      <a:pt x="539" y="140"/>
                      <a:pt x="540" y="140"/>
                      <a:pt x="541" y="140"/>
                    </a:cubicBezTo>
                    <a:cubicBezTo>
                      <a:pt x="616" y="140"/>
                      <a:pt x="615" y="23"/>
                      <a:pt x="538" y="17"/>
                    </a:cubicBezTo>
                    <a:cubicBezTo>
                      <a:pt x="382" y="11"/>
                      <a:pt x="224" y="7"/>
                      <a:pt x="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9" name="Google Shape;2689;p24"/>
              <p:cNvSpPr/>
              <p:nvPr/>
            </p:nvSpPr>
            <p:spPr>
              <a:xfrm>
                <a:off x="5118235" y="4331209"/>
                <a:ext cx="17665" cy="76571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166" extrusionOk="0">
                    <a:moveTo>
                      <a:pt x="202" y="1"/>
                    </a:moveTo>
                    <a:cubicBezTo>
                      <a:pt x="195" y="1"/>
                      <a:pt x="189" y="3"/>
                      <a:pt x="184" y="6"/>
                    </a:cubicBezTo>
                    <a:cubicBezTo>
                      <a:pt x="90" y="65"/>
                      <a:pt x="138" y="223"/>
                      <a:pt x="135" y="314"/>
                    </a:cubicBezTo>
                    <a:cubicBezTo>
                      <a:pt x="129" y="576"/>
                      <a:pt x="90" y="832"/>
                      <a:pt x="12" y="1082"/>
                    </a:cubicBezTo>
                    <a:cubicBezTo>
                      <a:pt x="0" y="1124"/>
                      <a:pt x="40" y="1165"/>
                      <a:pt x="80" y="1165"/>
                    </a:cubicBezTo>
                    <a:cubicBezTo>
                      <a:pt x="95" y="1165"/>
                      <a:pt x="110" y="1160"/>
                      <a:pt x="122" y="1147"/>
                    </a:cubicBezTo>
                    <a:lnTo>
                      <a:pt x="171" y="1085"/>
                    </a:lnTo>
                    <a:cubicBezTo>
                      <a:pt x="197" y="1059"/>
                      <a:pt x="187" y="1023"/>
                      <a:pt x="168" y="998"/>
                    </a:cubicBezTo>
                    <a:cubicBezTo>
                      <a:pt x="197" y="878"/>
                      <a:pt x="216" y="755"/>
                      <a:pt x="229" y="635"/>
                    </a:cubicBezTo>
                    <a:cubicBezTo>
                      <a:pt x="236" y="554"/>
                      <a:pt x="239" y="476"/>
                      <a:pt x="245" y="395"/>
                    </a:cubicBezTo>
                    <a:cubicBezTo>
                      <a:pt x="245" y="353"/>
                      <a:pt x="213" y="142"/>
                      <a:pt x="229" y="87"/>
                    </a:cubicBezTo>
                    <a:cubicBezTo>
                      <a:pt x="252" y="74"/>
                      <a:pt x="268" y="52"/>
                      <a:pt x="249" y="29"/>
                    </a:cubicBezTo>
                    <a:lnTo>
                      <a:pt x="239" y="22"/>
                    </a:lnTo>
                    <a:cubicBezTo>
                      <a:pt x="232" y="11"/>
                      <a:pt x="217" y="1"/>
                      <a:pt x="2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0" name="Google Shape;2690;p24"/>
              <p:cNvSpPr/>
              <p:nvPr/>
            </p:nvSpPr>
            <p:spPr>
              <a:xfrm>
                <a:off x="5142007" y="4340337"/>
                <a:ext cx="68559" cy="41503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632" extrusionOk="0">
                    <a:moveTo>
                      <a:pt x="207" y="191"/>
                    </a:moveTo>
                    <a:cubicBezTo>
                      <a:pt x="314" y="198"/>
                      <a:pt x="473" y="473"/>
                      <a:pt x="308" y="499"/>
                    </a:cubicBezTo>
                    <a:cubicBezTo>
                      <a:pt x="302" y="500"/>
                      <a:pt x="297" y="500"/>
                      <a:pt x="292" y="500"/>
                    </a:cubicBezTo>
                    <a:cubicBezTo>
                      <a:pt x="216" y="500"/>
                      <a:pt x="165" y="417"/>
                      <a:pt x="165" y="350"/>
                    </a:cubicBezTo>
                    <a:cubicBezTo>
                      <a:pt x="165" y="324"/>
                      <a:pt x="181" y="256"/>
                      <a:pt x="207" y="191"/>
                    </a:cubicBezTo>
                    <a:close/>
                    <a:moveTo>
                      <a:pt x="743" y="270"/>
                    </a:moveTo>
                    <a:cubicBezTo>
                      <a:pt x="755" y="270"/>
                      <a:pt x="768" y="272"/>
                      <a:pt x="781" y="275"/>
                    </a:cubicBezTo>
                    <a:cubicBezTo>
                      <a:pt x="858" y="295"/>
                      <a:pt x="897" y="366"/>
                      <a:pt x="878" y="437"/>
                    </a:cubicBezTo>
                    <a:cubicBezTo>
                      <a:pt x="867" y="486"/>
                      <a:pt x="834" y="507"/>
                      <a:pt x="797" y="507"/>
                    </a:cubicBezTo>
                    <a:cubicBezTo>
                      <a:pt x="767" y="507"/>
                      <a:pt x="734" y="493"/>
                      <a:pt x="709" y="467"/>
                    </a:cubicBezTo>
                    <a:cubicBezTo>
                      <a:pt x="654" y="411"/>
                      <a:pt x="658" y="343"/>
                      <a:pt x="680" y="279"/>
                    </a:cubicBezTo>
                    <a:cubicBezTo>
                      <a:pt x="701" y="275"/>
                      <a:pt x="721" y="270"/>
                      <a:pt x="743" y="270"/>
                    </a:cubicBezTo>
                    <a:close/>
                    <a:moveTo>
                      <a:pt x="276" y="0"/>
                    </a:moveTo>
                    <a:cubicBezTo>
                      <a:pt x="230" y="0"/>
                      <a:pt x="189" y="30"/>
                      <a:pt x="156" y="75"/>
                    </a:cubicBezTo>
                    <a:cubicBezTo>
                      <a:pt x="71" y="84"/>
                      <a:pt x="0" y="143"/>
                      <a:pt x="3" y="253"/>
                    </a:cubicBezTo>
                    <a:cubicBezTo>
                      <a:pt x="3" y="285"/>
                      <a:pt x="32" y="308"/>
                      <a:pt x="62" y="311"/>
                    </a:cubicBezTo>
                    <a:cubicBezTo>
                      <a:pt x="55" y="337"/>
                      <a:pt x="52" y="360"/>
                      <a:pt x="55" y="376"/>
                    </a:cubicBezTo>
                    <a:cubicBezTo>
                      <a:pt x="66" y="504"/>
                      <a:pt x="180" y="619"/>
                      <a:pt x="307" y="619"/>
                    </a:cubicBezTo>
                    <a:cubicBezTo>
                      <a:pt x="334" y="619"/>
                      <a:pt x="362" y="614"/>
                      <a:pt x="389" y="603"/>
                    </a:cubicBezTo>
                    <a:cubicBezTo>
                      <a:pt x="502" y="554"/>
                      <a:pt x="518" y="437"/>
                      <a:pt x="489" y="334"/>
                    </a:cubicBezTo>
                    <a:lnTo>
                      <a:pt x="489" y="334"/>
                    </a:lnTo>
                    <a:cubicBezTo>
                      <a:pt x="502" y="340"/>
                      <a:pt x="517" y="345"/>
                      <a:pt x="532" y="345"/>
                    </a:cubicBezTo>
                    <a:cubicBezTo>
                      <a:pt x="540" y="345"/>
                      <a:pt x="547" y="344"/>
                      <a:pt x="554" y="340"/>
                    </a:cubicBezTo>
                    <a:cubicBezTo>
                      <a:pt x="557" y="340"/>
                      <a:pt x="557" y="337"/>
                      <a:pt x="564" y="337"/>
                    </a:cubicBezTo>
                    <a:cubicBezTo>
                      <a:pt x="554" y="418"/>
                      <a:pt x="573" y="496"/>
                      <a:pt x="635" y="560"/>
                    </a:cubicBezTo>
                    <a:cubicBezTo>
                      <a:pt x="681" y="607"/>
                      <a:pt x="743" y="632"/>
                      <a:pt x="803" y="632"/>
                    </a:cubicBezTo>
                    <a:cubicBezTo>
                      <a:pt x="873" y="632"/>
                      <a:pt x="940" y="598"/>
                      <a:pt x="978" y="525"/>
                    </a:cubicBezTo>
                    <a:cubicBezTo>
                      <a:pt x="1043" y="415"/>
                      <a:pt x="1008" y="256"/>
                      <a:pt x="894" y="181"/>
                    </a:cubicBezTo>
                    <a:cubicBezTo>
                      <a:pt x="849" y="156"/>
                      <a:pt x="794" y="143"/>
                      <a:pt x="735" y="139"/>
                    </a:cubicBezTo>
                    <a:cubicBezTo>
                      <a:pt x="733" y="117"/>
                      <a:pt x="711" y="98"/>
                      <a:pt x="689" y="98"/>
                    </a:cubicBezTo>
                    <a:cubicBezTo>
                      <a:pt x="680" y="98"/>
                      <a:pt x="671" y="101"/>
                      <a:pt x="664" y="110"/>
                    </a:cubicBezTo>
                    <a:cubicBezTo>
                      <a:pt x="651" y="123"/>
                      <a:pt x="645" y="139"/>
                      <a:pt x="632" y="149"/>
                    </a:cubicBezTo>
                    <a:cubicBezTo>
                      <a:pt x="567" y="165"/>
                      <a:pt x="509" y="204"/>
                      <a:pt x="470" y="256"/>
                    </a:cubicBezTo>
                    <a:cubicBezTo>
                      <a:pt x="467" y="259"/>
                      <a:pt x="467" y="262"/>
                      <a:pt x="467" y="269"/>
                    </a:cubicBezTo>
                    <a:cubicBezTo>
                      <a:pt x="444" y="220"/>
                      <a:pt x="411" y="172"/>
                      <a:pt x="379" y="143"/>
                    </a:cubicBezTo>
                    <a:cubicBezTo>
                      <a:pt x="353" y="113"/>
                      <a:pt x="311" y="94"/>
                      <a:pt x="272" y="81"/>
                    </a:cubicBezTo>
                    <a:cubicBezTo>
                      <a:pt x="279" y="78"/>
                      <a:pt x="292" y="75"/>
                      <a:pt x="305" y="75"/>
                    </a:cubicBezTo>
                    <a:cubicBezTo>
                      <a:pt x="306" y="75"/>
                      <a:pt x="307" y="75"/>
                      <a:pt x="308" y="75"/>
                    </a:cubicBezTo>
                    <a:cubicBezTo>
                      <a:pt x="336" y="75"/>
                      <a:pt x="362" y="32"/>
                      <a:pt x="327" y="13"/>
                    </a:cubicBezTo>
                    <a:cubicBezTo>
                      <a:pt x="310" y="4"/>
                      <a:pt x="292" y="0"/>
                      <a:pt x="2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1" name="Google Shape;2691;p24"/>
              <p:cNvSpPr/>
              <p:nvPr/>
            </p:nvSpPr>
            <p:spPr>
              <a:xfrm>
                <a:off x="5197300" y="4316828"/>
                <a:ext cx="30077" cy="96995"/>
              </a:xfrm>
              <a:custGeom>
                <a:avLst/>
                <a:gdLst/>
                <a:ahLst/>
                <a:cxnLst/>
                <a:rect l="l" t="t" r="r" b="b"/>
                <a:pathLst>
                  <a:path w="458" h="1477" extrusionOk="0">
                    <a:moveTo>
                      <a:pt x="94" y="1"/>
                    </a:moveTo>
                    <a:cubicBezTo>
                      <a:pt x="77" y="1"/>
                      <a:pt x="60" y="5"/>
                      <a:pt x="42" y="15"/>
                    </a:cubicBezTo>
                    <a:cubicBezTo>
                      <a:pt x="8" y="32"/>
                      <a:pt x="27" y="88"/>
                      <a:pt x="62" y="88"/>
                    </a:cubicBezTo>
                    <a:cubicBezTo>
                      <a:pt x="66" y="88"/>
                      <a:pt x="70" y="88"/>
                      <a:pt x="75" y="86"/>
                    </a:cubicBezTo>
                    <a:cubicBezTo>
                      <a:pt x="82" y="84"/>
                      <a:pt x="88" y="83"/>
                      <a:pt x="94" y="83"/>
                    </a:cubicBezTo>
                    <a:cubicBezTo>
                      <a:pt x="252" y="83"/>
                      <a:pt x="285" y="724"/>
                      <a:pt x="269" y="802"/>
                    </a:cubicBezTo>
                    <a:cubicBezTo>
                      <a:pt x="243" y="980"/>
                      <a:pt x="166" y="1148"/>
                      <a:pt x="72" y="1301"/>
                    </a:cubicBezTo>
                    <a:cubicBezTo>
                      <a:pt x="68" y="1304"/>
                      <a:pt x="65" y="1310"/>
                      <a:pt x="59" y="1317"/>
                    </a:cubicBezTo>
                    <a:cubicBezTo>
                      <a:pt x="49" y="1340"/>
                      <a:pt x="39" y="1359"/>
                      <a:pt x="29" y="1379"/>
                    </a:cubicBezTo>
                    <a:cubicBezTo>
                      <a:pt x="1" y="1430"/>
                      <a:pt x="43" y="1476"/>
                      <a:pt x="87" y="1476"/>
                    </a:cubicBezTo>
                    <a:cubicBezTo>
                      <a:pt x="107" y="1476"/>
                      <a:pt x="126" y="1467"/>
                      <a:pt x="140" y="1443"/>
                    </a:cubicBezTo>
                    <a:cubicBezTo>
                      <a:pt x="324" y="1139"/>
                      <a:pt x="457" y="792"/>
                      <a:pt x="376" y="433"/>
                    </a:cubicBezTo>
                    <a:cubicBezTo>
                      <a:pt x="356" y="337"/>
                      <a:pt x="241" y="1"/>
                      <a:pt x="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2" name="Google Shape;2692;p24"/>
              <p:cNvSpPr/>
              <p:nvPr/>
            </p:nvSpPr>
            <p:spPr>
              <a:xfrm>
                <a:off x="5232366" y="4332062"/>
                <a:ext cx="52536" cy="66195"/>
              </a:xfrm>
              <a:custGeom>
                <a:avLst/>
                <a:gdLst/>
                <a:ahLst/>
                <a:cxnLst/>
                <a:rect l="l" t="t" r="r" b="b"/>
                <a:pathLst>
                  <a:path w="800" h="1008" extrusionOk="0">
                    <a:moveTo>
                      <a:pt x="166" y="1"/>
                    </a:moveTo>
                    <a:cubicBezTo>
                      <a:pt x="134" y="1"/>
                      <a:pt x="100" y="21"/>
                      <a:pt x="98" y="61"/>
                    </a:cubicBezTo>
                    <a:cubicBezTo>
                      <a:pt x="75" y="307"/>
                      <a:pt x="46" y="550"/>
                      <a:pt x="4" y="800"/>
                    </a:cubicBezTo>
                    <a:cubicBezTo>
                      <a:pt x="1" y="832"/>
                      <a:pt x="17" y="868"/>
                      <a:pt x="46" y="881"/>
                    </a:cubicBezTo>
                    <a:cubicBezTo>
                      <a:pt x="50" y="903"/>
                      <a:pt x="73" y="917"/>
                      <a:pt x="94" y="917"/>
                    </a:cubicBezTo>
                    <a:cubicBezTo>
                      <a:pt x="113" y="917"/>
                      <a:pt x="131" y="907"/>
                      <a:pt x="134" y="884"/>
                    </a:cubicBezTo>
                    <a:cubicBezTo>
                      <a:pt x="134" y="874"/>
                      <a:pt x="134" y="868"/>
                      <a:pt x="137" y="865"/>
                    </a:cubicBezTo>
                    <a:cubicBezTo>
                      <a:pt x="169" y="852"/>
                      <a:pt x="202" y="839"/>
                      <a:pt x="231" y="826"/>
                    </a:cubicBezTo>
                    <a:cubicBezTo>
                      <a:pt x="390" y="855"/>
                      <a:pt x="535" y="910"/>
                      <a:pt x="671" y="997"/>
                    </a:cubicBezTo>
                    <a:cubicBezTo>
                      <a:pt x="683" y="1005"/>
                      <a:pt x="694" y="1008"/>
                      <a:pt x="705" y="1008"/>
                    </a:cubicBezTo>
                    <a:cubicBezTo>
                      <a:pt x="763" y="1008"/>
                      <a:pt x="799" y="916"/>
                      <a:pt x="736" y="881"/>
                    </a:cubicBezTo>
                    <a:cubicBezTo>
                      <a:pt x="633" y="816"/>
                      <a:pt x="526" y="771"/>
                      <a:pt x="412" y="735"/>
                    </a:cubicBezTo>
                    <a:cubicBezTo>
                      <a:pt x="503" y="680"/>
                      <a:pt x="590" y="622"/>
                      <a:pt x="671" y="550"/>
                    </a:cubicBezTo>
                    <a:cubicBezTo>
                      <a:pt x="714" y="516"/>
                      <a:pt x="679" y="439"/>
                      <a:pt x="628" y="439"/>
                    </a:cubicBezTo>
                    <a:cubicBezTo>
                      <a:pt x="621" y="439"/>
                      <a:pt x="614" y="440"/>
                      <a:pt x="607" y="444"/>
                    </a:cubicBezTo>
                    <a:cubicBezTo>
                      <a:pt x="451" y="499"/>
                      <a:pt x="305" y="567"/>
                      <a:pt x="163" y="657"/>
                    </a:cubicBezTo>
                    <a:lnTo>
                      <a:pt x="163" y="644"/>
                    </a:lnTo>
                    <a:cubicBezTo>
                      <a:pt x="192" y="450"/>
                      <a:pt x="215" y="256"/>
                      <a:pt x="228" y="61"/>
                    </a:cubicBezTo>
                    <a:cubicBezTo>
                      <a:pt x="231" y="21"/>
                      <a:pt x="199" y="1"/>
                      <a:pt x="1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693" name="Google Shape;2693;p24"/>
            <p:cNvGrpSpPr/>
            <p:nvPr/>
          </p:nvGrpSpPr>
          <p:grpSpPr>
            <a:xfrm rot="3128191">
              <a:off x="8668129" y="3460030"/>
              <a:ext cx="475920" cy="285182"/>
              <a:chOff x="5983345" y="4283994"/>
              <a:chExt cx="253151" cy="151694"/>
            </a:xfrm>
          </p:grpSpPr>
          <p:sp>
            <p:nvSpPr>
              <p:cNvPr id="2694" name="Google Shape;2694;p24"/>
              <p:cNvSpPr/>
              <p:nvPr/>
            </p:nvSpPr>
            <p:spPr>
              <a:xfrm>
                <a:off x="5983345" y="4330552"/>
                <a:ext cx="43014" cy="81693"/>
              </a:xfrm>
              <a:custGeom>
                <a:avLst/>
                <a:gdLst/>
                <a:ahLst/>
                <a:cxnLst/>
                <a:rect l="l" t="t" r="r" b="b"/>
                <a:pathLst>
                  <a:path w="655" h="1244" extrusionOk="0">
                    <a:moveTo>
                      <a:pt x="138" y="1"/>
                    </a:moveTo>
                    <a:cubicBezTo>
                      <a:pt x="123" y="1"/>
                      <a:pt x="107" y="11"/>
                      <a:pt x="104" y="32"/>
                    </a:cubicBezTo>
                    <a:lnTo>
                      <a:pt x="94" y="32"/>
                    </a:lnTo>
                    <a:cubicBezTo>
                      <a:pt x="30" y="32"/>
                      <a:pt x="30" y="130"/>
                      <a:pt x="94" y="133"/>
                    </a:cubicBezTo>
                    <a:lnTo>
                      <a:pt x="101" y="133"/>
                    </a:lnTo>
                    <a:cubicBezTo>
                      <a:pt x="94" y="292"/>
                      <a:pt x="88" y="447"/>
                      <a:pt x="78" y="606"/>
                    </a:cubicBezTo>
                    <a:cubicBezTo>
                      <a:pt x="65" y="732"/>
                      <a:pt x="49" y="862"/>
                      <a:pt x="30" y="988"/>
                    </a:cubicBezTo>
                    <a:cubicBezTo>
                      <a:pt x="20" y="1027"/>
                      <a:pt x="1" y="1082"/>
                      <a:pt x="4" y="1121"/>
                    </a:cubicBezTo>
                    <a:cubicBezTo>
                      <a:pt x="17" y="1219"/>
                      <a:pt x="127" y="1244"/>
                      <a:pt x="245" y="1244"/>
                    </a:cubicBezTo>
                    <a:cubicBezTo>
                      <a:pt x="353" y="1244"/>
                      <a:pt x="468" y="1223"/>
                      <a:pt x="522" y="1218"/>
                    </a:cubicBezTo>
                    <a:cubicBezTo>
                      <a:pt x="600" y="1215"/>
                      <a:pt x="600" y="1101"/>
                      <a:pt x="522" y="1098"/>
                    </a:cubicBezTo>
                    <a:cubicBezTo>
                      <a:pt x="507" y="1097"/>
                      <a:pt x="492" y="1096"/>
                      <a:pt x="475" y="1096"/>
                    </a:cubicBezTo>
                    <a:cubicBezTo>
                      <a:pt x="420" y="1096"/>
                      <a:pt x="359" y="1103"/>
                      <a:pt x="302" y="1103"/>
                    </a:cubicBezTo>
                    <a:cubicBezTo>
                      <a:pt x="266" y="1103"/>
                      <a:pt x="232" y="1100"/>
                      <a:pt x="201" y="1092"/>
                    </a:cubicBezTo>
                    <a:cubicBezTo>
                      <a:pt x="111" y="1069"/>
                      <a:pt x="150" y="1098"/>
                      <a:pt x="143" y="1004"/>
                    </a:cubicBezTo>
                    <a:cubicBezTo>
                      <a:pt x="133" y="936"/>
                      <a:pt x="159" y="855"/>
                      <a:pt x="166" y="784"/>
                    </a:cubicBezTo>
                    <a:cubicBezTo>
                      <a:pt x="169" y="761"/>
                      <a:pt x="169" y="732"/>
                      <a:pt x="169" y="709"/>
                    </a:cubicBezTo>
                    <a:cubicBezTo>
                      <a:pt x="226" y="713"/>
                      <a:pt x="283" y="716"/>
                      <a:pt x="339" y="716"/>
                    </a:cubicBezTo>
                    <a:cubicBezTo>
                      <a:pt x="385" y="716"/>
                      <a:pt x="431" y="714"/>
                      <a:pt x="477" y="709"/>
                    </a:cubicBezTo>
                    <a:cubicBezTo>
                      <a:pt x="538" y="700"/>
                      <a:pt x="542" y="612"/>
                      <a:pt x="477" y="612"/>
                    </a:cubicBezTo>
                    <a:cubicBezTo>
                      <a:pt x="376" y="616"/>
                      <a:pt x="276" y="622"/>
                      <a:pt x="179" y="622"/>
                    </a:cubicBezTo>
                    <a:cubicBezTo>
                      <a:pt x="185" y="460"/>
                      <a:pt x="188" y="305"/>
                      <a:pt x="182" y="143"/>
                    </a:cubicBezTo>
                    <a:lnTo>
                      <a:pt x="182" y="143"/>
                    </a:lnTo>
                    <a:cubicBezTo>
                      <a:pt x="318" y="152"/>
                      <a:pt x="454" y="162"/>
                      <a:pt x="590" y="165"/>
                    </a:cubicBezTo>
                    <a:cubicBezTo>
                      <a:pt x="655" y="165"/>
                      <a:pt x="652" y="55"/>
                      <a:pt x="584" y="49"/>
                    </a:cubicBezTo>
                    <a:cubicBezTo>
                      <a:pt x="444" y="36"/>
                      <a:pt x="308" y="36"/>
                      <a:pt x="169" y="32"/>
                    </a:cubicBezTo>
                    <a:cubicBezTo>
                      <a:pt x="167" y="11"/>
                      <a:pt x="153" y="1"/>
                      <a:pt x="1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5" name="Google Shape;2695;p24"/>
              <p:cNvSpPr/>
              <p:nvPr/>
            </p:nvSpPr>
            <p:spPr>
              <a:xfrm>
                <a:off x="6036733" y="4378752"/>
                <a:ext cx="34936" cy="31916"/>
              </a:xfrm>
              <a:custGeom>
                <a:avLst/>
                <a:gdLst/>
                <a:ahLst/>
                <a:cxnLst/>
                <a:rect l="l" t="t" r="r" b="b"/>
                <a:pathLst>
                  <a:path w="532" h="486" extrusionOk="0">
                    <a:moveTo>
                      <a:pt x="36" y="1"/>
                    </a:moveTo>
                    <a:cubicBezTo>
                      <a:pt x="18" y="1"/>
                      <a:pt x="1" y="12"/>
                      <a:pt x="1" y="37"/>
                    </a:cubicBezTo>
                    <a:cubicBezTo>
                      <a:pt x="1" y="160"/>
                      <a:pt x="17" y="277"/>
                      <a:pt x="33" y="400"/>
                    </a:cubicBezTo>
                    <a:cubicBezTo>
                      <a:pt x="33" y="413"/>
                      <a:pt x="36" y="419"/>
                      <a:pt x="36" y="432"/>
                    </a:cubicBezTo>
                    <a:cubicBezTo>
                      <a:pt x="41" y="459"/>
                      <a:pt x="62" y="471"/>
                      <a:pt x="84" y="471"/>
                    </a:cubicBezTo>
                    <a:cubicBezTo>
                      <a:pt x="113" y="471"/>
                      <a:pt x="143" y="452"/>
                      <a:pt x="143" y="419"/>
                    </a:cubicBezTo>
                    <a:cubicBezTo>
                      <a:pt x="137" y="335"/>
                      <a:pt x="159" y="160"/>
                      <a:pt x="273" y="141"/>
                    </a:cubicBezTo>
                    <a:cubicBezTo>
                      <a:pt x="280" y="139"/>
                      <a:pt x="286" y="138"/>
                      <a:pt x="292" y="138"/>
                    </a:cubicBezTo>
                    <a:cubicBezTo>
                      <a:pt x="379" y="138"/>
                      <a:pt x="396" y="280"/>
                      <a:pt x="396" y="371"/>
                    </a:cubicBezTo>
                    <a:cubicBezTo>
                      <a:pt x="386" y="384"/>
                      <a:pt x="376" y="403"/>
                      <a:pt x="380" y="426"/>
                    </a:cubicBezTo>
                    <a:cubicBezTo>
                      <a:pt x="386" y="442"/>
                      <a:pt x="393" y="455"/>
                      <a:pt x="406" y="468"/>
                    </a:cubicBezTo>
                    <a:cubicBezTo>
                      <a:pt x="418" y="480"/>
                      <a:pt x="433" y="485"/>
                      <a:pt x="448" y="485"/>
                    </a:cubicBezTo>
                    <a:cubicBezTo>
                      <a:pt x="452" y="485"/>
                      <a:pt x="456" y="485"/>
                      <a:pt x="461" y="484"/>
                    </a:cubicBezTo>
                    <a:cubicBezTo>
                      <a:pt x="467" y="484"/>
                      <a:pt x="467" y="484"/>
                      <a:pt x="470" y="481"/>
                    </a:cubicBezTo>
                    <a:cubicBezTo>
                      <a:pt x="490" y="478"/>
                      <a:pt x="509" y="461"/>
                      <a:pt x="509" y="439"/>
                    </a:cubicBezTo>
                    <a:cubicBezTo>
                      <a:pt x="532" y="279"/>
                      <a:pt x="481" y="14"/>
                      <a:pt x="280" y="14"/>
                    </a:cubicBezTo>
                    <a:cubicBezTo>
                      <a:pt x="278" y="14"/>
                      <a:pt x="275" y="14"/>
                      <a:pt x="273" y="14"/>
                    </a:cubicBezTo>
                    <a:cubicBezTo>
                      <a:pt x="189" y="18"/>
                      <a:pt x="127" y="73"/>
                      <a:pt x="85" y="141"/>
                    </a:cubicBezTo>
                    <a:cubicBezTo>
                      <a:pt x="82" y="108"/>
                      <a:pt x="78" y="76"/>
                      <a:pt x="78" y="37"/>
                    </a:cubicBezTo>
                    <a:cubicBezTo>
                      <a:pt x="77" y="14"/>
                      <a:pt x="56" y="1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6" name="Google Shape;2696;p24"/>
              <p:cNvSpPr/>
              <p:nvPr/>
            </p:nvSpPr>
            <p:spPr>
              <a:xfrm>
                <a:off x="6060177" y="4360628"/>
                <a:ext cx="35462" cy="11033"/>
              </a:xfrm>
              <a:custGeom>
                <a:avLst/>
                <a:gdLst/>
                <a:ahLst/>
                <a:cxnLst/>
                <a:rect l="l" t="t" r="r" b="b"/>
                <a:pathLst>
                  <a:path w="540" h="168" extrusionOk="0">
                    <a:moveTo>
                      <a:pt x="444" y="0"/>
                    </a:moveTo>
                    <a:cubicBezTo>
                      <a:pt x="439" y="0"/>
                      <a:pt x="433" y="1"/>
                      <a:pt x="428" y="2"/>
                    </a:cubicBezTo>
                    <a:cubicBezTo>
                      <a:pt x="408" y="9"/>
                      <a:pt x="402" y="25"/>
                      <a:pt x="398" y="41"/>
                    </a:cubicBezTo>
                    <a:cubicBezTo>
                      <a:pt x="392" y="41"/>
                      <a:pt x="392" y="41"/>
                      <a:pt x="389" y="44"/>
                    </a:cubicBezTo>
                    <a:cubicBezTo>
                      <a:pt x="369" y="47"/>
                      <a:pt x="347" y="47"/>
                      <a:pt x="327" y="51"/>
                    </a:cubicBezTo>
                    <a:cubicBezTo>
                      <a:pt x="298" y="54"/>
                      <a:pt x="266" y="60"/>
                      <a:pt x="240" y="60"/>
                    </a:cubicBezTo>
                    <a:cubicBezTo>
                      <a:pt x="175" y="67"/>
                      <a:pt x="113" y="70"/>
                      <a:pt x="49" y="83"/>
                    </a:cubicBezTo>
                    <a:cubicBezTo>
                      <a:pt x="0" y="93"/>
                      <a:pt x="13" y="167"/>
                      <a:pt x="62" y="167"/>
                    </a:cubicBezTo>
                    <a:cubicBezTo>
                      <a:pt x="143" y="164"/>
                      <a:pt x="217" y="158"/>
                      <a:pt x="298" y="151"/>
                    </a:cubicBezTo>
                    <a:cubicBezTo>
                      <a:pt x="309" y="150"/>
                      <a:pt x="321" y="150"/>
                      <a:pt x="332" y="150"/>
                    </a:cubicBezTo>
                    <a:cubicBezTo>
                      <a:pt x="340" y="150"/>
                      <a:pt x="348" y="150"/>
                      <a:pt x="356" y="150"/>
                    </a:cubicBezTo>
                    <a:cubicBezTo>
                      <a:pt x="396" y="150"/>
                      <a:pt x="437" y="149"/>
                      <a:pt x="470" y="132"/>
                    </a:cubicBezTo>
                    <a:cubicBezTo>
                      <a:pt x="539" y="95"/>
                      <a:pt x="513" y="0"/>
                      <a:pt x="4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7" name="Google Shape;2697;p24"/>
              <p:cNvSpPr/>
              <p:nvPr/>
            </p:nvSpPr>
            <p:spPr>
              <a:xfrm>
                <a:off x="6047568" y="4348545"/>
                <a:ext cx="44787" cy="8603"/>
              </a:xfrm>
              <a:custGeom>
                <a:avLst/>
                <a:gdLst/>
                <a:ahLst/>
                <a:cxnLst/>
                <a:rect l="l" t="t" r="r" b="b"/>
                <a:pathLst>
                  <a:path w="682" h="131" extrusionOk="0">
                    <a:moveTo>
                      <a:pt x="161" y="0"/>
                    </a:moveTo>
                    <a:cubicBezTo>
                      <a:pt x="124" y="0"/>
                      <a:pt x="87" y="1"/>
                      <a:pt x="49" y="1"/>
                    </a:cubicBezTo>
                    <a:cubicBezTo>
                      <a:pt x="1" y="1"/>
                      <a:pt x="1" y="73"/>
                      <a:pt x="49" y="76"/>
                    </a:cubicBezTo>
                    <a:cubicBezTo>
                      <a:pt x="237" y="92"/>
                      <a:pt x="422" y="118"/>
                      <a:pt x="610" y="131"/>
                    </a:cubicBezTo>
                    <a:cubicBezTo>
                      <a:pt x="671" y="131"/>
                      <a:pt x="681" y="37"/>
                      <a:pt x="626" y="31"/>
                    </a:cubicBezTo>
                    <a:cubicBezTo>
                      <a:pt x="475" y="7"/>
                      <a:pt x="317" y="0"/>
                      <a:pt x="16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8" name="Google Shape;2698;p24"/>
              <p:cNvSpPr/>
              <p:nvPr/>
            </p:nvSpPr>
            <p:spPr>
              <a:xfrm>
                <a:off x="6106341" y="4364502"/>
                <a:ext cx="123591" cy="9719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148" extrusionOk="0">
                    <a:moveTo>
                      <a:pt x="1719" y="1"/>
                    </a:moveTo>
                    <a:cubicBezTo>
                      <a:pt x="1701" y="1"/>
                      <a:pt x="1686" y="7"/>
                      <a:pt x="1675" y="18"/>
                    </a:cubicBezTo>
                    <a:cubicBezTo>
                      <a:pt x="1363" y="12"/>
                      <a:pt x="1050" y="6"/>
                      <a:pt x="738" y="6"/>
                    </a:cubicBezTo>
                    <a:cubicBezTo>
                      <a:pt x="510" y="6"/>
                      <a:pt x="282" y="9"/>
                      <a:pt x="55" y="18"/>
                    </a:cubicBezTo>
                    <a:cubicBezTo>
                      <a:pt x="0" y="18"/>
                      <a:pt x="0" y="102"/>
                      <a:pt x="55" y="102"/>
                    </a:cubicBezTo>
                    <a:cubicBezTo>
                      <a:pt x="632" y="105"/>
                      <a:pt x="1215" y="105"/>
                      <a:pt x="1795" y="147"/>
                    </a:cubicBezTo>
                    <a:cubicBezTo>
                      <a:pt x="1796" y="147"/>
                      <a:pt x="1797" y="147"/>
                      <a:pt x="1798" y="147"/>
                    </a:cubicBezTo>
                    <a:cubicBezTo>
                      <a:pt x="1870" y="147"/>
                      <a:pt x="1881" y="37"/>
                      <a:pt x="1811" y="21"/>
                    </a:cubicBezTo>
                    <a:cubicBezTo>
                      <a:pt x="1782" y="14"/>
                      <a:pt x="1756" y="8"/>
                      <a:pt x="1730" y="1"/>
                    </a:cubicBezTo>
                    <a:cubicBezTo>
                      <a:pt x="1726" y="1"/>
                      <a:pt x="1722" y="1"/>
                      <a:pt x="17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9" name="Google Shape;2699;p24"/>
              <p:cNvSpPr/>
              <p:nvPr/>
            </p:nvSpPr>
            <p:spPr>
              <a:xfrm>
                <a:off x="6125910" y="4289116"/>
                <a:ext cx="40978" cy="69413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057" extrusionOk="0">
                    <a:moveTo>
                      <a:pt x="182" y="1"/>
                    </a:moveTo>
                    <a:cubicBezTo>
                      <a:pt x="159" y="1"/>
                      <a:pt x="138" y="15"/>
                      <a:pt x="130" y="45"/>
                    </a:cubicBezTo>
                    <a:cubicBezTo>
                      <a:pt x="52" y="362"/>
                      <a:pt x="0" y="693"/>
                      <a:pt x="7" y="1020"/>
                    </a:cubicBezTo>
                    <a:cubicBezTo>
                      <a:pt x="7" y="1044"/>
                      <a:pt x="25" y="1056"/>
                      <a:pt x="44" y="1056"/>
                    </a:cubicBezTo>
                    <a:cubicBezTo>
                      <a:pt x="63" y="1056"/>
                      <a:pt x="83" y="1044"/>
                      <a:pt x="84" y="1020"/>
                    </a:cubicBezTo>
                    <a:cubicBezTo>
                      <a:pt x="88" y="958"/>
                      <a:pt x="97" y="893"/>
                      <a:pt x="104" y="832"/>
                    </a:cubicBezTo>
                    <a:cubicBezTo>
                      <a:pt x="107" y="833"/>
                      <a:pt x="109" y="833"/>
                      <a:pt x="112" y="833"/>
                    </a:cubicBezTo>
                    <a:cubicBezTo>
                      <a:pt x="141" y="833"/>
                      <a:pt x="166" y="791"/>
                      <a:pt x="136" y="767"/>
                    </a:cubicBezTo>
                    <a:cubicBezTo>
                      <a:pt x="126" y="757"/>
                      <a:pt x="130" y="735"/>
                      <a:pt x="149" y="715"/>
                    </a:cubicBezTo>
                    <a:cubicBezTo>
                      <a:pt x="275" y="790"/>
                      <a:pt x="392" y="864"/>
                      <a:pt x="505" y="955"/>
                    </a:cubicBezTo>
                    <a:cubicBezTo>
                      <a:pt x="520" y="966"/>
                      <a:pt x="534" y="970"/>
                      <a:pt x="547" y="970"/>
                    </a:cubicBezTo>
                    <a:cubicBezTo>
                      <a:pt x="593" y="970"/>
                      <a:pt x="623" y="913"/>
                      <a:pt x="580" y="877"/>
                    </a:cubicBezTo>
                    <a:cubicBezTo>
                      <a:pt x="467" y="796"/>
                      <a:pt x="343" y="725"/>
                      <a:pt x="217" y="663"/>
                    </a:cubicBezTo>
                    <a:cubicBezTo>
                      <a:pt x="262" y="631"/>
                      <a:pt x="311" y="599"/>
                      <a:pt x="324" y="589"/>
                    </a:cubicBezTo>
                    <a:cubicBezTo>
                      <a:pt x="395" y="537"/>
                      <a:pt x="473" y="492"/>
                      <a:pt x="535" y="433"/>
                    </a:cubicBezTo>
                    <a:cubicBezTo>
                      <a:pt x="567" y="398"/>
                      <a:pt x="536" y="350"/>
                      <a:pt x="497" y="350"/>
                    </a:cubicBezTo>
                    <a:cubicBezTo>
                      <a:pt x="489" y="350"/>
                      <a:pt x="481" y="351"/>
                      <a:pt x="473" y="356"/>
                    </a:cubicBezTo>
                    <a:cubicBezTo>
                      <a:pt x="405" y="391"/>
                      <a:pt x="343" y="450"/>
                      <a:pt x="279" y="492"/>
                    </a:cubicBezTo>
                    <a:cubicBezTo>
                      <a:pt x="233" y="531"/>
                      <a:pt x="181" y="563"/>
                      <a:pt x="136" y="602"/>
                    </a:cubicBezTo>
                    <a:cubicBezTo>
                      <a:pt x="162" y="450"/>
                      <a:pt x="188" y="297"/>
                      <a:pt x="227" y="148"/>
                    </a:cubicBezTo>
                    <a:cubicBezTo>
                      <a:pt x="249" y="142"/>
                      <a:pt x="269" y="116"/>
                      <a:pt x="259" y="84"/>
                    </a:cubicBezTo>
                    <a:cubicBezTo>
                      <a:pt x="256" y="71"/>
                      <a:pt x="249" y="61"/>
                      <a:pt x="243" y="45"/>
                    </a:cubicBezTo>
                    <a:cubicBezTo>
                      <a:pt x="231" y="16"/>
                      <a:pt x="206" y="1"/>
                      <a:pt x="1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0" name="Google Shape;2700;p24"/>
              <p:cNvSpPr/>
              <p:nvPr/>
            </p:nvSpPr>
            <p:spPr>
              <a:xfrm>
                <a:off x="6164917" y="4320242"/>
                <a:ext cx="41372" cy="27647"/>
              </a:xfrm>
              <a:custGeom>
                <a:avLst/>
                <a:gdLst/>
                <a:ahLst/>
                <a:cxnLst/>
                <a:rect l="l" t="t" r="r" b="b"/>
                <a:pathLst>
                  <a:path w="630" h="421" extrusionOk="0">
                    <a:moveTo>
                      <a:pt x="201" y="1"/>
                    </a:moveTo>
                    <a:cubicBezTo>
                      <a:pt x="172" y="1"/>
                      <a:pt x="143" y="37"/>
                      <a:pt x="158" y="66"/>
                    </a:cubicBezTo>
                    <a:cubicBezTo>
                      <a:pt x="184" y="115"/>
                      <a:pt x="209" y="160"/>
                      <a:pt x="239" y="209"/>
                    </a:cubicBezTo>
                    <a:cubicBezTo>
                      <a:pt x="180" y="244"/>
                      <a:pt x="119" y="277"/>
                      <a:pt x="47" y="303"/>
                    </a:cubicBezTo>
                    <a:cubicBezTo>
                      <a:pt x="0" y="320"/>
                      <a:pt x="15" y="389"/>
                      <a:pt x="59" y="389"/>
                    </a:cubicBezTo>
                    <a:cubicBezTo>
                      <a:pt x="64" y="389"/>
                      <a:pt x="68" y="388"/>
                      <a:pt x="73" y="387"/>
                    </a:cubicBezTo>
                    <a:cubicBezTo>
                      <a:pt x="145" y="361"/>
                      <a:pt x="222" y="329"/>
                      <a:pt x="297" y="293"/>
                    </a:cubicBezTo>
                    <a:cubicBezTo>
                      <a:pt x="303" y="306"/>
                      <a:pt x="307" y="313"/>
                      <a:pt x="313" y="322"/>
                    </a:cubicBezTo>
                    <a:cubicBezTo>
                      <a:pt x="303" y="335"/>
                      <a:pt x="300" y="351"/>
                      <a:pt x="303" y="368"/>
                    </a:cubicBezTo>
                    <a:cubicBezTo>
                      <a:pt x="311" y="405"/>
                      <a:pt x="336" y="421"/>
                      <a:pt x="362" y="421"/>
                    </a:cubicBezTo>
                    <a:cubicBezTo>
                      <a:pt x="402" y="421"/>
                      <a:pt x="443" y="384"/>
                      <a:pt x="430" y="329"/>
                    </a:cubicBezTo>
                    <a:cubicBezTo>
                      <a:pt x="420" y="303"/>
                      <a:pt x="404" y="274"/>
                      <a:pt x="384" y="244"/>
                    </a:cubicBezTo>
                    <a:cubicBezTo>
                      <a:pt x="459" y="199"/>
                      <a:pt x="530" y="151"/>
                      <a:pt x="592" y="95"/>
                    </a:cubicBezTo>
                    <a:cubicBezTo>
                      <a:pt x="629" y="63"/>
                      <a:pt x="596" y="7"/>
                      <a:pt x="555" y="7"/>
                    </a:cubicBezTo>
                    <a:cubicBezTo>
                      <a:pt x="547" y="7"/>
                      <a:pt x="538" y="9"/>
                      <a:pt x="530" y="14"/>
                    </a:cubicBezTo>
                    <a:cubicBezTo>
                      <a:pt x="462" y="63"/>
                      <a:pt x="394" y="112"/>
                      <a:pt x="326" y="157"/>
                    </a:cubicBezTo>
                    <a:cubicBezTo>
                      <a:pt x="294" y="108"/>
                      <a:pt x="261" y="60"/>
                      <a:pt x="229" y="14"/>
                    </a:cubicBezTo>
                    <a:cubicBezTo>
                      <a:pt x="221" y="5"/>
                      <a:pt x="211" y="1"/>
                      <a:pt x="2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1" name="Google Shape;2701;p24"/>
              <p:cNvSpPr/>
              <p:nvPr/>
            </p:nvSpPr>
            <p:spPr>
              <a:xfrm>
                <a:off x="6193089" y="4283994"/>
                <a:ext cx="43408" cy="33623"/>
              </a:xfrm>
              <a:custGeom>
                <a:avLst/>
                <a:gdLst/>
                <a:ahLst/>
                <a:cxnLst/>
                <a:rect l="l" t="t" r="r" b="b"/>
                <a:pathLst>
                  <a:path w="661" h="512" extrusionOk="0">
                    <a:moveTo>
                      <a:pt x="133" y="0"/>
                    </a:moveTo>
                    <a:cubicBezTo>
                      <a:pt x="64" y="0"/>
                      <a:pt x="1" y="44"/>
                      <a:pt x="10" y="132"/>
                    </a:cubicBezTo>
                    <a:cubicBezTo>
                      <a:pt x="12" y="157"/>
                      <a:pt x="32" y="171"/>
                      <a:pt x="51" y="171"/>
                    </a:cubicBezTo>
                    <a:cubicBezTo>
                      <a:pt x="68" y="171"/>
                      <a:pt x="85" y="159"/>
                      <a:pt x="85" y="132"/>
                    </a:cubicBezTo>
                    <a:cubicBezTo>
                      <a:pt x="109" y="115"/>
                      <a:pt x="130" y="106"/>
                      <a:pt x="146" y="106"/>
                    </a:cubicBezTo>
                    <a:cubicBezTo>
                      <a:pt x="168" y="106"/>
                      <a:pt x="183" y="124"/>
                      <a:pt x="189" y="162"/>
                    </a:cubicBezTo>
                    <a:cubicBezTo>
                      <a:pt x="192" y="194"/>
                      <a:pt x="192" y="226"/>
                      <a:pt x="182" y="259"/>
                    </a:cubicBezTo>
                    <a:cubicBezTo>
                      <a:pt x="179" y="288"/>
                      <a:pt x="172" y="311"/>
                      <a:pt x="166" y="340"/>
                    </a:cubicBezTo>
                    <a:cubicBezTo>
                      <a:pt x="163" y="388"/>
                      <a:pt x="166" y="437"/>
                      <a:pt x="208" y="469"/>
                    </a:cubicBezTo>
                    <a:cubicBezTo>
                      <a:pt x="243" y="500"/>
                      <a:pt x="293" y="511"/>
                      <a:pt x="347" y="511"/>
                    </a:cubicBezTo>
                    <a:cubicBezTo>
                      <a:pt x="430" y="511"/>
                      <a:pt x="522" y="486"/>
                      <a:pt x="581" y="466"/>
                    </a:cubicBezTo>
                    <a:cubicBezTo>
                      <a:pt x="661" y="442"/>
                      <a:pt x="638" y="340"/>
                      <a:pt x="574" y="340"/>
                    </a:cubicBezTo>
                    <a:cubicBezTo>
                      <a:pt x="568" y="340"/>
                      <a:pt x="561" y="341"/>
                      <a:pt x="555" y="343"/>
                    </a:cubicBezTo>
                    <a:cubicBezTo>
                      <a:pt x="501" y="364"/>
                      <a:pt x="441" y="382"/>
                      <a:pt x="381" y="382"/>
                    </a:cubicBezTo>
                    <a:cubicBezTo>
                      <a:pt x="376" y="382"/>
                      <a:pt x="372" y="382"/>
                      <a:pt x="367" y="382"/>
                    </a:cubicBezTo>
                    <a:cubicBezTo>
                      <a:pt x="279" y="375"/>
                      <a:pt x="292" y="356"/>
                      <a:pt x="302" y="278"/>
                    </a:cubicBezTo>
                    <a:cubicBezTo>
                      <a:pt x="309" y="204"/>
                      <a:pt x="309" y="123"/>
                      <a:pt x="257" y="58"/>
                    </a:cubicBezTo>
                    <a:cubicBezTo>
                      <a:pt x="226" y="19"/>
                      <a:pt x="178" y="0"/>
                      <a:pt x="1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2" name="Google Shape;2702;p24"/>
              <p:cNvSpPr/>
              <p:nvPr/>
            </p:nvSpPr>
            <p:spPr>
              <a:xfrm>
                <a:off x="6153491" y="4377964"/>
                <a:ext cx="72434" cy="57724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879" extrusionOk="0">
                    <a:moveTo>
                      <a:pt x="405" y="1"/>
                    </a:moveTo>
                    <a:cubicBezTo>
                      <a:pt x="268" y="1"/>
                      <a:pt x="103" y="144"/>
                      <a:pt x="30" y="224"/>
                    </a:cubicBezTo>
                    <a:cubicBezTo>
                      <a:pt x="0" y="257"/>
                      <a:pt x="28" y="297"/>
                      <a:pt x="61" y="297"/>
                    </a:cubicBezTo>
                    <a:cubicBezTo>
                      <a:pt x="70" y="297"/>
                      <a:pt x="80" y="294"/>
                      <a:pt x="89" y="286"/>
                    </a:cubicBezTo>
                    <a:cubicBezTo>
                      <a:pt x="134" y="240"/>
                      <a:pt x="199" y="159"/>
                      <a:pt x="264" y="143"/>
                    </a:cubicBezTo>
                    <a:cubicBezTo>
                      <a:pt x="298" y="136"/>
                      <a:pt x="326" y="133"/>
                      <a:pt x="349" y="133"/>
                    </a:cubicBezTo>
                    <a:cubicBezTo>
                      <a:pt x="515" y="133"/>
                      <a:pt x="420" y="292"/>
                      <a:pt x="380" y="383"/>
                    </a:cubicBezTo>
                    <a:cubicBezTo>
                      <a:pt x="325" y="525"/>
                      <a:pt x="247" y="655"/>
                      <a:pt x="160" y="781"/>
                    </a:cubicBezTo>
                    <a:cubicBezTo>
                      <a:pt x="132" y="819"/>
                      <a:pt x="165" y="878"/>
                      <a:pt x="211" y="878"/>
                    </a:cubicBezTo>
                    <a:cubicBezTo>
                      <a:pt x="213" y="878"/>
                      <a:pt x="214" y="878"/>
                      <a:pt x="215" y="878"/>
                    </a:cubicBezTo>
                    <a:cubicBezTo>
                      <a:pt x="487" y="852"/>
                      <a:pt x="750" y="862"/>
                      <a:pt x="1022" y="856"/>
                    </a:cubicBezTo>
                    <a:cubicBezTo>
                      <a:pt x="1103" y="852"/>
                      <a:pt x="1099" y="742"/>
                      <a:pt x="1022" y="736"/>
                    </a:cubicBezTo>
                    <a:cubicBezTo>
                      <a:pt x="925" y="723"/>
                      <a:pt x="827" y="718"/>
                      <a:pt x="729" y="718"/>
                    </a:cubicBezTo>
                    <a:cubicBezTo>
                      <a:pt x="600" y="718"/>
                      <a:pt x="470" y="727"/>
                      <a:pt x="341" y="736"/>
                    </a:cubicBezTo>
                    <a:cubicBezTo>
                      <a:pt x="403" y="635"/>
                      <a:pt x="455" y="532"/>
                      <a:pt x="500" y="425"/>
                    </a:cubicBezTo>
                    <a:cubicBezTo>
                      <a:pt x="532" y="334"/>
                      <a:pt x="607" y="192"/>
                      <a:pt x="555" y="94"/>
                    </a:cubicBezTo>
                    <a:cubicBezTo>
                      <a:pt x="517" y="27"/>
                      <a:pt x="464" y="1"/>
                      <a:pt x="4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703" name="Google Shape;2703;p24"/>
            <p:cNvGrpSpPr/>
            <p:nvPr/>
          </p:nvGrpSpPr>
          <p:grpSpPr>
            <a:xfrm rot="-2416383">
              <a:off x="8592812" y="634022"/>
              <a:ext cx="447780" cy="194821"/>
              <a:chOff x="8075001" y="4307963"/>
              <a:chExt cx="238179" cy="103627"/>
            </a:xfrm>
          </p:grpSpPr>
          <p:sp>
            <p:nvSpPr>
              <p:cNvPr id="2704" name="Google Shape;2704;p24"/>
              <p:cNvSpPr/>
              <p:nvPr/>
            </p:nvSpPr>
            <p:spPr>
              <a:xfrm>
                <a:off x="8075001" y="4316959"/>
                <a:ext cx="78476" cy="92857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1414" extrusionOk="0">
                    <a:moveTo>
                      <a:pt x="695" y="0"/>
                    </a:moveTo>
                    <a:cubicBezTo>
                      <a:pt x="482" y="0"/>
                      <a:pt x="258" y="67"/>
                      <a:pt x="152" y="165"/>
                    </a:cubicBezTo>
                    <a:cubicBezTo>
                      <a:pt x="0" y="304"/>
                      <a:pt x="91" y="450"/>
                      <a:pt x="220" y="567"/>
                    </a:cubicBezTo>
                    <a:cubicBezTo>
                      <a:pt x="321" y="661"/>
                      <a:pt x="437" y="729"/>
                      <a:pt x="551" y="797"/>
                    </a:cubicBezTo>
                    <a:cubicBezTo>
                      <a:pt x="638" y="852"/>
                      <a:pt x="755" y="904"/>
                      <a:pt x="803" y="997"/>
                    </a:cubicBezTo>
                    <a:cubicBezTo>
                      <a:pt x="898" y="1180"/>
                      <a:pt x="708" y="1286"/>
                      <a:pt x="543" y="1286"/>
                    </a:cubicBezTo>
                    <a:cubicBezTo>
                      <a:pt x="538" y="1286"/>
                      <a:pt x="533" y="1286"/>
                      <a:pt x="528" y="1286"/>
                    </a:cubicBezTo>
                    <a:cubicBezTo>
                      <a:pt x="447" y="1286"/>
                      <a:pt x="447" y="1409"/>
                      <a:pt x="528" y="1412"/>
                    </a:cubicBezTo>
                    <a:cubicBezTo>
                      <a:pt x="542" y="1413"/>
                      <a:pt x="556" y="1413"/>
                      <a:pt x="570" y="1413"/>
                    </a:cubicBezTo>
                    <a:cubicBezTo>
                      <a:pt x="864" y="1413"/>
                      <a:pt x="1148" y="1219"/>
                      <a:pt x="907" y="910"/>
                    </a:cubicBezTo>
                    <a:cubicBezTo>
                      <a:pt x="774" y="742"/>
                      <a:pt x="551" y="664"/>
                      <a:pt x="382" y="537"/>
                    </a:cubicBezTo>
                    <a:cubicBezTo>
                      <a:pt x="259" y="450"/>
                      <a:pt x="175" y="294"/>
                      <a:pt x="337" y="194"/>
                    </a:cubicBezTo>
                    <a:cubicBezTo>
                      <a:pt x="415" y="145"/>
                      <a:pt x="531" y="126"/>
                      <a:pt x="616" y="116"/>
                    </a:cubicBezTo>
                    <a:cubicBezTo>
                      <a:pt x="635" y="115"/>
                      <a:pt x="656" y="114"/>
                      <a:pt x="677" y="114"/>
                    </a:cubicBezTo>
                    <a:cubicBezTo>
                      <a:pt x="854" y="114"/>
                      <a:pt x="1095" y="166"/>
                      <a:pt x="1118" y="359"/>
                    </a:cubicBezTo>
                    <a:cubicBezTo>
                      <a:pt x="1121" y="378"/>
                      <a:pt x="1135" y="386"/>
                      <a:pt x="1150" y="386"/>
                    </a:cubicBezTo>
                    <a:cubicBezTo>
                      <a:pt x="1169" y="386"/>
                      <a:pt x="1189" y="373"/>
                      <a:pt x="1189" y="353"/>
                    </a:cubicBezTo>
                    <a:cubicBezTo>
                      <a:pt x="1194" y="97"/>
                      <a:pt x="953" y="0"/>
                      <a:pt x="6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5" name="Google Shape;2705;p24"/>
              <p:cNvSpPr/>
              <p:nvPr/>
            </p:nvSpPr>
            <p:spPr>
              <a:xfrm>
                <a:off x="8142639" y="4370938"/>
                <a:ext cx="40321" cy="8012"/>
              </a:xfrm>
              <a:custGeom>
                <a:avLst/>
                <a:gdLst/>
                <a:ahLst/>
                <a:cxnLst/>
                <a:rect l="l" t="t" r="r" b="b"/>
                <a:pathLst>
                  <a:path w="614" h="122" extrusionOk="0">
                    <a:moveTo>
                      <a:pt x="556" y="0"/>
                    </a:moveTo>
                    <a:cubicBezTo>
                      <a:pt x="554" y="0"/>
                      <a:pt x="553" y="0"/>
                      <a:pt x="551" y="1"/>
                    </a:cubicBezTo>
                    <a:cubicBezTo>
                      <a:pt x="412" y="11"/>
                      <a:pt x="275" y="25"/>
                      <a:pt x="134" y="25"/>
                    </a:cubicBezTo>
                    <a:cubicBezTo>
                      <a:pt x="108" y="25"/>
                      <a:pt x="82" y="24"/>
                      <a:pt x="55" y="23"/>
                    </a:cubicBezTo>
                    <a:cubicBezTo>
                      <a:pt x="0" y="23"/>
                      <a:pt x="3" y="104"/>
                      <a:pt x="55" y="111"/>
                    </a:cubicBezTo>
                    <a:cubicBezTo>
                      <a:pt x="125" y="117"/>
                      <a:pt x="197" y="121"/>
                      <a:pt x="268" y="121"/>
                    </a:cubicBezTo>
                    <a:cubicBezTo>
                      <a:pt x="369" y="121"/>
                      <a:pt x="469" y="113"/>
                      <a:pt x="564" y="94"/>
                    </a:cubicBezTo>
                    <a:cubicBezTo>
                      <a:pt x="614" y="85"/>
                      <a:pt x="604" y="0"/>
                      <a:pt x="5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6" name="Google Shape;2706;p24"/>
              <p:cNvSpPr/>
              <p:nvPr/>
            </p:nvSpPr>
            <p:spPr>
              <a:xfrm>
                <a:off x="8139881" y="4360431"/>
                <a:ext cx="44524" cy="6567"/>
              </a:xfrm>
              <a:custGeom>
                <a:avLst/>
                <a:gdLst/>
                <a:ahLst/>
                <a:cxnLst/>
                <a:rect l="l" t="t" r="r" b="b"/>
                <a:pathLst>
                  <a:path w="678" h="100" extrusionOk="0">
                    <a:moveTo>
                      <a:pt x="520" y="1"/>
                    </a:moveTo>
                    <a:cubicBezTo>
                      <a:pt x="364" y="1"/>
                      <a:pt x="205" y="8"/>
                      <a:pt x="49" y="21"/>
                    </a:cubicBezTo>
                    <a:cubicBezTo>
                      <a:pt x="8" y="28"/>
                      <a:pt x="0" y="96"/>
                      <a:pt x="46" y="96"/>
                    </a:cubicBezTo>
                    <a:cubicBezTo>
                      <a:pt x="47" y="96"/>
                      <a:pt x="48" y="96"/>
                      <a:pt x="49" y="96"/>
                    </a:cubicBezTo>
                    <a:cubicBezTo>
                      <a:pt x="136" y="91"/>
                      <a:pt x="224" y="89"/>
                      <a:pt x="311" y="89"/>
                    </a:cubicBezTo>
                    <a:cubicBezTo>
                      <a:pt x="413" y="89"/>
                      <a:pt x="513" y="92"/>
                      <a:pt x="612" y="99"/>
                    </a:cubicBezTo>
                    <a:cubicBezTo>
                      <a:pt x="615" y="99"/>
                      <a:pt x="618" y="100"/>
                      <a:pt x="620" y="100"/>
                    </a:cubicBezTo>
                    <a:cubicBezTo>
                      <a:pt x="677" y="100"/>
                      <a:pt x="674" y="2"/>
                      <a:pt x="612" y="2"/>
                    </a:cubicBezTo>
                    <a:cubicBezTo>
                      <a:pt x="582" y="1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7" name="Google Shape;2707;p24"/>
              <p:cNvSpPr/>
              <p:nvPr/>
            </p:nvSpPr>
            <p:spPr>
              <a:xfrm>
                <a:off x="8170942" y="4307963"/>
                <a:ext cx="62978" cy="103627"/>
              </a:xfrm>
              <a:custGeom>
                <a:avLst/>
                <a:gdLst/>
                <a:ahLst/>
                <a:cxnLst/>
                <a:rect l="l" t="t" r="r" b="b"/>
                <a:pathLst>
                  <a:path w="959" h="1578" extrusionOk="0">
                    <a:moveTo>
                      <a:pt x="845" y="1"/>
                    </a:moveTo>
                    <a:cubicBezTo>
                      <a:pt x="818" y="1"/>
                      <a:pt x="791" y="16"/>
                      <a:pt x="784" y="49"/>
                    </a:cubicBezTo>
                    <a:cubicBezTo>
                      <a:pt x="706" y="496"/>
                      <a:pt x="658" y="950"/>
                      <a:pt x="629" y="1410"/>
                    </a:cubicBezTo>
                    <a:cubicBezTo>
                      <a:pt x="515" y="1300"/>
                      <a:pt x="428" y="1031"/>
                      <a:pt x="376" y="927"/>
                    </a:cubicBezTo>
                    <a:cubicBezTo>
                      <a:pt x="279" y="746"/>
                      <a:pt x="188" y="558"/>
                      <a:pt x="94" y="373"/>
                    </a:cubicBezTo>
                    <a:cubicBezTo>
                      <a:pt x="86" y="355"/>
                      <a:pt x="72" y="348"/>
                      <a:pt x="59" y="348"/>
                    </a:cubicBezTo>
                    <a:cubicBezTo>
                      <a:pt x="30" y="348"/>
                      <a:pt x="1" y="380"/>
                      <a:pt x="16" y="415"/>
                    </a:cubicBezTo>
                    <a:cubicBezTo>
                      <a:pt x="136" y="687"/>
                      <a:pt x="266" y="950"/>
                      <a:pt x="399" y="1215"/>
                    </a:cubicBezTo>
                    <a:cubicBezTo>
                      <a:pt x="467" y="1348"/>
                      <a:pt x="515" y="1526"/>
                      <a:pt x="674" y="1575"/>
                    </a:cubicBezTo>
                    <a:cubicBezTo>
                      <a:pt x="680" y="1577"/>
                      <a:pt x="687" y="1578"/>
                      <a:pt x="693" y="1578"/>
                    </a:cubicBezTo>
                    <a:cubicBezTo>
                      <a:pt x="726" y="1578"/>
                      <a:pt x="752" y="1549"/>
                      <a:pt x="755" y="1514"/>
                    </a:cubicBezTo>
                    <a:cubicBezTo>
                      <a:pt x="784" y="1060"/>
                      <a:pt x="833" y="610"/>
                      <a:pt x="901" y="163"/>
                    </a:cubicBezTo>
                    <a:cubicBezTo>
                      <a:pt x="933" y="150"/>
                      <a:pt x="959" y="114"/>
                      <a:pt x="933" y="75"/>
                    </a:cubicBezTo>
                    <a:cubicBezTo>
                      <a:pt x="927" y="59"/>
                      <a:pt x="914" y="49"/>
                      <a:pt x="904" y="33"/>
                    </a:cubicBezTo>
                    <a:cubicBezTo>
                      <a:pt x="892" y="12"/>
                      <a:pt x="868" y="1"/>
                      <a:pt x="8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8" name="Google Shape;2708;p24"/>
              <p:cNvSpPr/>
              <p:nvPr/>
            </p:nvSpPr>
            <p:spPr>
              <a:xfrm>
                <a:off x="8243702" y="4368508"/>
                <a:ext cx="18322" cy="12871"/>
              </a:xfrm>
              <a:custGeom>
                <a:avLst/>
                <a:gdLst/>
                <a:ahLst/>
                <a:cxnLst/>
                <a:rect l="l" t="t" r="r" b="b"/>
                <a:pathLst>
                  <a:path w="279" h="196" extrusionOk="0">
                    <a:moveTo>
                      <a:pt x="194" y="0"/>
                    </a:moveTo>
                    <a:cubicBezTo>
                      <a:pt x="166" y="0"/>
                      <a:pt x="138" y="13"/>
                      <a:pt x="113" y="34"/>
                    </a:cubicBezTo>
                    <a:cubicBezTo>
                      <a:pt x="108" y="33"/>
                      <a:pt x="102" y="32"/>
                      <a:pt x="97" y="32"/>
                    </a:cubicBezTo>
                    <a:cubicBezTo>
                      <a:pt x="61" y="32"/>
                      <a:pt x="27" y="59"/>
                      <a:pt x="16" y="93"/>
                    </a:cubicBezTo>
                    <a:cubicBezTo>
                      <a:pt x="0" y="148"/>
                      <a:pt x="36" y="180"/>
                      <a:pt x="84" y="190"/>
                    </a:cubicBezTo>
                    <a:cubicBezTo>
                      <a:pt x="98" y="194"/>
                      <a:pt x="111" y="195"/>
                      <a:pt x="123" y="195"/>
                    </a:cubicBezTo>
                    <a:cubicBezTo>
                      <a:pt x="198" y="195"/>
                      <a:pt x="261" y="135"/>
                      <a:pt x="269" y="60"/>
                    </a:cubicBezTo>
                    <a:cubicBezTo>
                      <a:pt x="279" y="28"/>
                      <a:pt x="243" y="5"/>
                      <a:pt x="211" y="2"/>
                    </a:cubicBezTo>
                    <a:cubicBezTo>
                      <a:pt x="205" y="1"/>
                      <a:pt x="199" y="0"/>
                      <a:pt x="1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9" name="Google Shape;2709;p24"/>
              <p:cNvSpPr/>
              <p:nvPr/>
            </p:nvSpPr>
            <p:spPr>
              <a:xfrm>
                <a:off x="8268590" y="4320505"/>
                <a:ext cx="44590" cy="78870"/>
              </a:xfrm>
              <a:custGeom>
                <a:avLst/>
                <a:gdLst/>
                <a:ahLst/>
                <a:cxnLst/>
                <a:rect l="l" t="t" r="r" b="b"/>
                <a:pathLst>
                  <a:path w="679" h="1201" extrusionOk="0">
                    <a:moveTo>
                      <a:pt x="207" y="0"/>
                    </a:moveTo>
                    <a:cubicBezTo>
                      <a:pt x="198" y="0"/>
                      <a:pt x="188" y="6"/>
                      <a:pt x="181" y="20"/>
                    </a:cubicBezTo>
                    <a:cubicBezTo>
                      <a:pt x="52" y="296"/>
                      <a:pt x="0" y="752"/>
                      <a:pt x="159" y="1028"/>
                    </a:cubicBezTo>
                    <a:cubicBezTo>
                      <a:pt x="217" y="1128"/>
                      <a:pt x="338" y="1200"/>
                      <a:pt x="450" y="1200"/>
                    </a:cubicBezTo>
                    <a:cubicBezTo>
                      <a:pt x="533" y="1200"/>
                      <a:pt x="610" y="1161"/>
                      <a:pt x="654" y="1067"/>
                    </a:cubicBezTo>
                    <a:cubicBezTo>
                      <a:pt x="679" y="1018"/>
                      <a:pt x="642" y="978"/>
                      <a:pt x="602" y="978"/>
                    </a:cubicBezTo>
                    <a:cubicBezTo>
                      <a:pt x="584" y="978"/>
                      <a:pt x="565" y="986"/>
                      <a:pt x="551" y="1005"/>
                    </a:cubicBezTo>
                    <a:cubicBezTo>
                      <a:pt x="513" y="1058"/>
                      <a:pt x="473" y="1079"/>
                      <a:pt x="434" y="1079"/>
                    </a:cubicBezTo>
                    <a:cubicBezTo>
                      <a:pt x="340" y="1079"/>
                      <a:pt x="255" y="951"/>
                      <a:pt x="227" y="866"/>
                    </a:cubicBezTo>
                    <a:cubicBezTo>
                      <a:pt x="204" y="785"/>
                      <a:pt x="194" y="694"/>
                      <a:pt x="191" y="610"/>
                    </a:cubicBezTo>
                    <a:lnTo>
                      <a:pt x="191" y="610"/>
                    </a:lnTo>
                    <a:cubicBezTo>
                      <a:pt x="292" y="613"/>
                      <a:pt x="389" y="610"/>
                      <a:pt x="492" y="623"/>
                    </a:cubicBezTo>
                    <a:cubicBezTo>
                      <a:pt x="494" y="623"/>
                      <a:pt x="496" y="623"/>
                      <a:pt x="498" y="623"/>
                    </a:cubicBezTo>
                    <a:cubicBezTo>
                      <a:pt x="560" y="623"/>
                      <a:pt x="562" y="513"/>
                      <a:pt x="495" y="513"/>
                    </a:cubicBezTo>
                    <a:cubicBezTo>
                      <a:pt x="494" y="513"/>
                      <a:pt x="493" y="513"/>
                      <a:pt x="492" y="513"/>
                    </a:cubicBezTo>
                    <a:cubicBezTo>
                      <a:pt x="389" y="513"/>
                      <a:pt x="288" y="516"/>
                      <a:pt x="191" y="532"/>
                    </a:cubicBezTo>
                    <a:cubicBezTo>
                      <a:pt x="191" y="367"/>
                      <a:pt x="224" y="205"/>
                      <a:pt x="243" y="43"/>
                    </a:cubicBezTo>
                    <a:cubicBezTo>
                      <a:pt x="245" y="22"/>
                      <a:pt x="226" y="0"/>
                      <a:pt x="2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2710" name="Google Shape;2710;p24"/>
          <p:cNvGrpSpPr/>
          <p:nvPr/>
        </p:nvGrpSpPr>
        <p:grpSpPr>
          <a:xfrm>
            <a:off x="-676638" y="850417"/>
            <a:ext cx="13821751" cy="5861719"/>
            <a:chOff x="-507479" y="637812"/>
            <a:chExt cx="10366313" cy="4396289"/>
          </a:xfrm>
        </p:grpSpPr>
        <p:grpSp>
          <p:nvGrpSpPr>
            <p:cNvPr id="2711" name="Google Shape;2711;p24"/>
            <p:cNvGrpSpPr/>
            <p:nvPr/>
          </p:nvGrpSpPr>
          <p:grpSpPr>
            <a:xfrm rot="-2520871">
              <a:off x="8466656" y="895447"/>
              <a:ext cx="1026559" cy="668517"/>
              <a:chOff x="6925286" y="2716904"/>
              <a:chExt cx="562593" cy="366373"/>
            </a:xfrm>
          </p:grpSpPr>
          <p:sp>
            <p:nvSpPr>
              <p:cNvPr id="2712" name="Google Shape;2712;p24"/>
              <p:cNvSpPr/>
              <p:nvPr/>
            </p:nvSpPr>
            <p:spPr>
              <a:xfrm>
                <a:off x="6974472" y="2716904"/>
                <a:ext cx="513408" cy="366373"/>
              </a:xfrm>
              <a:custGeom>
                <a:avLst/>
                <a:gdLst/>
                <a:ahLst/>
                <a:cxnLst/>
                <a:rect l="l" t="t" r="r" b="b"/>
                <a:pathLst>
                  <a:path w="7818" h="5579" extrusionOk="0">
                    <a:moveTo>
                      <a:pt x="3859" y="1235"/>
                    </a:moveTo>
                    <a:cubicBezTo>
                      <a:pt x="4180" y="1618"/>
                      <a:pt x="4478" y="2010"/>
                      <a:pt x="4769" y="2411"/>
                    </a:cubicBezTo>
                    <a:cubicBezTo>
                      <a:pt x="4656" y="2512"/>
                      <a:pt x="4539" y="2609"/>
                      <a:pt x="4426" y="2709"/>
                    </a:cubicBezTo>
                    <a:lnTo>
                      <a:pt x="4108" y="2453"/>
                    </a:lnTo>
                    <a:cubicBezTo>
                      <a:pt x="3888" y="2282"/>
                      <a:pt x="3652" y="2120"/>
                      <a:pt x="3422" y="1951"/>
                    </a:cubicBezTo>
                    <a:cubicBezTo>
                      <a:pt x="3564" y="1718"/>
                      <a:pt x="3710" y="1475"/>
                      <a:pt x="3859" y="1235"/>
                    </a:cubicBezTo>
                    <a:close/>
                    <a:moveTo>
                      <a:pt x="4847" y="2515"/>
                    </a:moveTo>
                    <a:cubicBezTo>
                      <a:pt x="5106" y="2871"/>
                      <a:pt x="5356" y="3231"/>
                      <a:pt x="5612" y="3587"/>
                    </a:cubicBezTo>
                    <a:lnTo>
                      <a:pt x="5378" y="3587"/>
                    </a:lnTo>
                    <a:cubicBezTo>
                      <a:pt x="5106" y="3309"/>
                      <a:pt x="4818" y="3046"/>
                      <a:pt x="4523" y="2790"/>
                    </a:cubicBezTo>
                    <a:cubicBezTo>
                      <a:pt x="4633" y="2696"/>
                      <a:pt x="4737" y="2606"/>
                      <a:pt x="4847" y="2515"/>
                    </a:cubicBezTo>
                    <a:close/>
                    <a:moveTo>
                      <a:pt x="7604" y="182"/>
                    </a:moveTo>
                    <a:lnTo>
                      <a:pt x="7604" y="182"/>
                    </a:lnTo>
                    <a:cubicBezTo>
                      <a:pt x="7585" y="762"/>
                      <a:pt x="7572" y="1345"/>
                      <a:pt x="7581" y="1925"/>
                    </a:cubicBezTo>
                    <a:cubicBezTo>
                      <a:pt x="7588" y="2470"/>
                      <a:pt x="7555" y="3062"/>
                      <a:pt x="7666" y="3600"/>
                    </a:cubicBezTo>
                    <a:cubicBezTo>
                      <a:pt x="7037" y="3600"/>
                      <a:pt x="6405" y="3594"/>
                      <a:pt x="5774" y="3594"/>
                    </a:cubicBezTo>
                    <a:cubicBezTo>
                      <a:pt x="5498" y="3208"/>
                      <a:pt x="5226" y="2819"/>
                      <a:pt x="4948" y="2434"/>
                    </a:cubicBezTo>
                    <a:cubicBezTo>
                      <a:pt x="5832" y="1682"/>
                      <a:pt x="6713" y="924"/>
                      <a:pt x="7604" y="182"/>
                    </a:cubicBezTo>
                    <a:close/>
                    <a:moveTo>
                      <a:pt x="4423" y="2884"/>
                    </a:moveTo>
                    <a:cubicBezTo>
                      <a:pt x="4688" y="3108"/>
                      <a:pt x="4944" y="3344"/>
                      <a:pt x="5191" y="3594"/>
                    </a:cubicBezTo>
                    <a:cubicBezTo>
                      <a:pt x="4633" y="3597"/>
                      <a:pt x="4073" y="3613"/>
                      <a:pt x="3519" y="3652"/>
                    </a:cubicBezTo>
                    <a:cubicBezTo>
                      <a:pt x="3823" y="3399"/>
                      <a:pt x="4121" y="3143"/>
                      <a:pt x="4423" y="2884"/>
                    </a:cubicBezTo>
                    <a:close/>
                    <a:moveTo>
                      <a:pt x="2262" y="1183"/>
                    </a:moveTo>
                    <a:cubicBezTo>
                      <a:pt x="2560" y="1491"/>
                      <a:pt x="2900" y="1747"/>
                      <a:pt x="3244" y="1993"/>
                    </a:cubicBezTo>
                    <a:cubicBezTo>
                      <a:pt x="2822" y="2703"/>
                      <a:pt x="2414" y="3415"/>
                      <a:pt x="2025" y="4138"/>
                    </a:cubicBezTo>
                    <a:cubicBezTo>
                      <a:pt x="1847" y="4137"/>
                      <a:pt x="1669" y="4136"/>
                      <a:pt x="1490" y="4136"/>
                    </a:cubicBezTo>
                    <a:cubicBezTo>
                      <a:pt x="1053" y="4136"/>
                      <a:pt x="616" y="4140"/>
                      <a:pt x="179" y="4154"/>
                    </a:cubicBezTo>
                    <a:cubicBezTo>
                      <a:pt x="940" y="3221"/>
                      <a:pt x="1582" y="2175"/>
                      <a:pt x="2262" y="1183"/>
                    </a:cubicBezTo>
                    <a:close/>
                    <a:moveTo>
                      <a:pt x="3354" y="2071"/>
                    </a:moveTo>
                    <a:cubicBezTo>
                      <a:pt x="3548" y="2207"/>
                      <a:pt x="3746" y="2346"/>
                      <a:pt x="3937" y="2492"/>
                    </a:cubicBezTo>
                    <a:cubicBezTo>
                      <a:pt x="4070" y="2593"/>
                      <a:pt x="4199" y="2696"/>
                      <a:pt x="4329" y="2803"/>
                    </a:cubicBezTo>
                    <a:cubicBezTo>
                      <a:pt x="4008" y="3085"/>
                      <a:pt x="3687" y="3373"/>
                      <a:pt x="3373" y="3665"/>
                    </a:cubicBezTo>
                    <a:cubicBezTo>
                      <a:pt x="3344" y="3675"/>
                      <a:pt x="3341" y="3710"/>
                      <a:pt x="3363" y="3726"/>
                    </a:cubicBezTo>
                    <a:cubicBezTo>
                      <a:pt x="3371" y="3736"/>
                      <a:pt x="3385" y="3742"/>
                      <a:pt x="3398" y="3742"/>
                    </a:cubicBezTo>
                    <a:cubicBezTo>
                      <a:pt x="3408" y="3742"/>
                      <a:pt x="3417" y="3740"/>
                      <a:pt x="3425" y="3733"/>
                    </a:cubicBezTo>
                    <a:cubicBezTo>
                      <a:pt x="3957" y="3768"/>
                      <a:pt x="4492" y="3776"/>
                      <a:pt x="5029" y="3776"/>
                    </a:cubicBezTo>
                    <a:cubicBezTo>
                      <a:pt x="5142" y="3776"/>
                      <a:pt x="5255" y="3776"/>
                      <a:pt x="5369" y="3775"/>
                    </a:cubicBezTo>
                    <a:cubicBezTo>
                      <a:pt x="5492" y="3901"/>
                      <a:pt x="5612" y="4031"/>
                      <a:pt x="5725" y="4164"/>
                    </a:cubicBezTo>
                    <a:cubicBezTo>
                      <a:pt x="5285" y="4152"/>
                      <a:pt x="4844" y="4149"/>
                      <a:pt x="4404" y="4149"/>
                    </a:cubicBezTo>
                    <a:cubicBezTo>
                      <a:pt x="3995" y="4149"/>
                      <a:pt x="3587" y="4151"/>
                      <a:pt x="3179" y="4151"/>
                    </a:cubicBezTo>
                    <a:cubicBezTo>
                      <a:pt x="3086" y="4151"/>
                      <a:pt x="2993" y="4151"/>
                      <a:pt x="2900" y="4151"/>
                    </a:cubicBezTo>
                    <a:cubicBezTo>
                      <a:pt x="2651" y="4151"/>
                      <a:pt x="2408" y="4148"/>
                      <a:pt x="2162" y="4148"/>
                    </a:cubicBezTo>
                    <a:cubicBezTo>
                      <a:pt x="2547" y="3448"/>
                      <a:pt x="2942" y="2755"/>
                      <a:pt x="3354" y="2071"/>
                    </a:cubicBezTo>
                    <a:close/>
                    <a:moveTo>
                      <a:pt x="5738" y="3762"/>
                    </a:moveTo>
                    <a:cubicBezTo>
                      <a:pt x="6127" y="4310"/>
                      <a:pt x="6519" y="4844"/>
                      <a:pt x="6950" y="5359"/>
                    </a:cubicBezTo>
                    <a:cubicBezTo>
                      <a:pt x="5997" y="5401"/>
                      <a:pt x="5041" y="5430"/>
                      <a:pt x="4089" y="5443"/>
                    </a:cubicBezTo>
                    <a:cubicBezTo>
                      <a:pt x="3623" y="5450"/>
                      <a:pt x="3159" y="5450"/>
                      <a:pt x="2693" y="5450"/>
                    </a:cubicBezTo>
                    <a:cubicBezTo>
                      <a:pt x="2453" y="5450"/>
                      <a:pt x="2207" y="5438"/>
                      <a:pt x="1963" y="5438"/>
                    </a:cubicBezTo>
                    <a:cubicBezTo>
                      <a:pt x="1785" y="5438"/>
                      <a:pt x="1607" y="5444"/>
                      <a:pt x="1433" y="5466"/>
                    </a:cubicBezTo>
                    <a:cubicBezTo>
                      <a:pt x="1646" y="5071"/>
                      <a:pt x="1867" y="4672"/>
                      <a:pt x="2084" y="4277"/>
                    </a:cubicBezTo>
                    <a:lnTo>
                      <a:pt x="2900" y="4277"/>
                    </a:lnTo>
                    <a:cubicBezTo>
                      <a:pt x="3574" y="4280"/>
                      <a:pt x="4250" y="4290"/>
                      <a:pt x="4924" y="4290"/>
                    </a:cubicBezTo>
                    <a:cubicBezTo>
                      <a:pt x="5196" y="4290"/>
                      <a:pt x="5467" y="4288"/>
                      <a:pt x="5738" y="4284"/>
                    </a:cubicBezTo>
                    <a:cubicBezTo>
                      <a:pt x="5787" y="4284"/>
                      <a:pt x="5806" y="4235"/>
                      <a:pt x="5793" y="4199"/>
                    </a:cubicBezTo>
                    <a:cubicBezTo>
                      <a:pt x="5842" y="4196"/>
                      <a:pt x="5881" y="4131"/>
                      <a:pt x="5838" y="4086"/>
                    </a:cubicBezTo>
                    <a:cubicBezTo>
                      <a:pt x="5741" y="3976"/>
                      <a:pt x="5644" y="3872"/>
                      <a:pt x="5547" y="3765"/>
                    </a:cubicBezTo>
                    <a:cubicBezTo>
                      <a:pt x="5612" y="3765"/>
                      <a:pt x="5673" y="3765"/>
                      <a:pt x="5738" y="3762"/>
                    </a:cubicBezTo>
                    <a:close/>
                    <a:moveTo>
                      <a:pt x="7678" y="0"/>
                    </a:moveTo>
                    <a:cubicBezTo>
                      <a:pt x="7667" y="0"/>
                      <a:pt x="7656" y="3"/>
                      <a:pt x="7646" y="7"/>
                    </a:cubicBezTo>
                    <a:cubicBezTo>
                      <a:pt x="7639" y="5"/>
                      <a:pt x="7632" y="4"/>
                      <a:pt x="7625" y="4"/>
                    </a:cubicBezTo>
                    <a:cubicBezTo>
                      <a:pt x="7609" y="4"/>
                      <a:pt x="7595" y="9"/>
                      <a:pt x="7581" y="20"/>
                    </a:cubicBezTo>
                    <a:cubicBezTo>
                      <a:pt x="6668" y="778"/>
                      <a:pt x="5761" y="1540"/>
                      <a:pt x="4867" y="2317"/>
                    </a:cubicBezTo>
                    <a:cubicBezTo>
                      <a:pt x="4556" y="1893"/>
                      <a:pt x="4235" y="1472"/>
                      <a:pt x="3895" y="1070"/>
                    </a:cubicBezTo>
                    <a:cubicBezTo>
                      <a:pt x="3883" y="1057"/>
                      <a:pt x="3867" y="1051"/>
                      <a:pt x="3851" y="1051"/>
                    </a:cubicBezTo>
                    <a:cubicBezTo>
                      <a:pt x="3827" y="1051"/>
                      <a:pt x="3803" y="1064"/>
                      <a:pt x="3791" y="1083"/>
                    </a:cubicBezTo>
                    <a:cubicBezTo>
                      <a:pt x="3629" y="1345"/>
                      <a:pt x="3470" y="1608"/>
                      <a:pt x="3312" y="1870"/>
                    </a:cubicBezTo>
                    <a:cubicBezTo>
                      <a:pt x="2955" y="1618"/>
                      <a:pt x="2602" y="1349"/>
                      <a:pt x="2301" y="1025"/>
                    </a:cubicBezTo>
                    <a:cubicBezTo>
                      <a:pt x="2288" y="1012"/>
                      <a:pt x="2272" y="1006"/>
                      <a:pt x="2256" y="1006"/>
                    </a:cubicBezTo>
                    <a:cubicBezTo>
                      <a:pt x="2233" y="1006"/>
                      <a:pt x="2209" y="1018"/>
                      <a:pt x="2194" y="1038"/>
                    </a:cubicBezTo>
                    <a:cubicBezTo>
                      <a:pt x="1484" y="2074"/>
                      <a:pt x="798" y="3134"/>
                      <a:pt x="59" y="4151"/>
                    </a:cubicBezTo>
                    <a:lnTo>
                      <a:pt x="53" y="4151"/>
                    </a:lnTo>
                    <a:cubicBezTo>
                      <a:pt x="1" y="4154"/>
                      <a:pt x="1" y="4229"/>
                      <a:pt x="53" y="4232"/>
                    </a:cubicBezTo>
                    <a:lnTo>
                      <a:pt x="88" y="4232"/>
                    </a:lnTo>
                    <a:cubicBezTo>
                      <a:pt x="707" y="4261"/>
                      <a:pt x="1329" y="4264"/>
                      <a:pt x="1944" y="4264"/>
                    </a:cubicBezTo>
                    <a:cubicBezTo>
                      <a:pt x="1724" y="4672"/>
                      <a:pt x="1510" y="5087"/>
                      <a:pt x="1303" y="5508"/>
                    </a:cubicBezTo>
                    <a:cubicBezTo>
                      <a:pt x="1287" y="5539"/>
                      <a:pt x="1315" y="5567"/>
                      <a:pt x="1340" y="5567"/>
                    </a:cubicBezTo>
                    <a:cubicBezTo>
                      <a:pt x="1352" y="5567"/>
                      <a:pt x="1364" y="5561"/>
                      <a:pt x="1371" y="5547"/>
                    </a:cubicBezTo>
                    <a:cubicBezTo>
                      <a:pt x="1378" y="5541"/>
                      <a:pt x="1381" y="5531"/>
                      <a:pt x="1384" y="5528"/>
                    </a:cubicBezTo>
                    <a:cubicBezTo>
                      <a:pt x="1620" y="5569"/>
                      <a:pt x="1866" y="5579"/>
                      <a:pt x="2111" y="5579"/>
                    </a:cubicBezTo>
                    <a:cubicBezTo>
                      <a:pt x="2303" y="5579"/>
                      <a:pt x="2495" y="5573"/>
                      <a:pt x="2683" y="5573"/>
                    </a:cubicBezTo>
                    <a:cubicBezTo>
                      <a:pt x="2800" y="5574"/>
                      <a:pt x="2916" y="5574"/>
                      <a:pt x="3033" y="5574"/>
                    </a:cubicBezTo>
                    <a:cubicBezTo>
                      <a:pt x="3383" y="5574"/>
                      <a:pt x="3733" y="5571"/>
                      <a:pt x="4083" y="5563"/>
                    </a:cubicBezTo>
                    <a:cubicBezTo>
                      <a:pt x="5035" y="5554"/>
                      <a:pt x="5987" y="5524"/>
                      <a:pt x="6940" y="5479"/>
                    </a:cubicBezTo>
                    <a:cubicBezTo>
                      <a:pt x="6979" y="5479"/>
                      <a:pt x="7001" y="5447"/>
                      <a:pt x="7005" y="5414"/>
                    </a:cubicBezTo>
                    <a:cubicBezTo>
                      <a:pt x="7012" y="5418"/>
                      <a:pt x="7019" y="5419"/>
                      <a:pt x="7026" y="5419"/>
                    </a:cubicBezTo>
                    <a:cubicBezTo>
                      <a:pt x="7072" y="5419"/>
                      <a:pt x="7115" y="5352"/>
                      <a:pt x="7076" y="5301"/>
                    </a:cubicBezTo>
                    <a:cubicBezTo>
                      <a:pt x="6655" y="4802"/>
                      <a:pt x="6273" y="4277"/>
                      <a:pt x="5890" y="3746"/>
                    </a:cubicBezTo>
                    <a:cubicBezTo>
                      <a:pt x="6506" y="3733"/>
                      <a:pt x="7118" y="3717"/>
                      <a:pt x="7724" y="3714"/>
                    </a:cubicBezTo>
                    <a:cubicBezTo>
                      <a:pt x="7729" y="3714"/>
                      <a:pt x="7735" y="3715"/>
                      <a:pt x="7739" y="3715"/>
                    </a:cubicBezTo>
                    <a:cubicBezTo>
                      <a:pt x="7818" y="3715"/>
                      <a:pt x="7813" y="3600"/>
                      <a:pt x="7734" y="3597"/>
                    </a:cubicBezTo>
                    <a:cubicBezTo>
                      <a:pt x="7792" y="3027"/>
                      <a:pt x="7714" y="2424"/>
                      <a:pt x="7711" y="1851"/>
                    </a:cubicBezTo>
                    <a:cubicBezTo>
                      <a:pt x="7704" y="1255"/>
                      <a:pt x="7717" y="662"/>
                      <a:pt x="7743" y="66"/>
                    </a:cubicBezTo>
                    <a:cubicBezTo>
                      <a:pt x="7746" y="22"/>
                      <a:pt x="7712" y="0"/>
                      <a:pt x="76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3" name="Google Shape;2713;p24"/>
              <p:cNvSpPr/>
              <p:nvPr/>
            </p:nvSpPr>
            <p:spPr>
              <a:xfrm>
                <a:off x="6925286" y="2954095"/>
                <a:ext cx="32375" cy="47020"/>
              </a:xfrm>
              <a:custGeom>
                <a:avLst/>
                <a:gdLst/>
                <a:ahLst/>
                <a:cxnLst/>
                <a:rect l="l" t="t" r="r" b="b"/>
                <a:pathLst>
                  <a:path w="493" h="716" extrusionOk="0">
                    <a:moveTo>
                      <a:pt x="209" y="215"/>
                    </a:moveTo>
                    <a:lnTo>
                      <a:pt x="270" y="348"/>
                    </a:lnTo>
                    <a:cubicBezTo>
                      <a:pt x="273" y="361"/>
                      <a:pt x="283" y="380"/>
                      <a:pt x="296" y="406"/>
                    </a:cubicBezTo>
                    <a:cubicBezTo>
                      <a:pt x="248" y="406"/>
                      <a:pt x="199" y="409"/>
                      <a:pt x="150" y="419"/>
                    </a:cubicBezTo>
                    <a:cubicBezTo>
                      <a:pt x="167" y="348"/>
                      <a:pt x="186" y="280"/>
                      <a:pt x="209" y="215"/>
                    </a:cubicBezTo>
                    <a:close/>
                    <a:moveTo>
                      <a:pt x="204" y="1"/>
                    </a:moveTo>
                    <a:cubicBezTo>
                      <a:pt x="177" y="1"/>
                      <a:pt x="150" y="18"/>
                      <a:pt x="141" y="46"/>
                    </a:cubicBezTo>
                    <a:cubicBezTo>
                      <a:pt x="95" y="176"/>
                      <a:pt x="56" y="309"/>
                      <a:pt x="31" y="442"/>
                    </a:cubicBezTo>
                    <a:cubicBezTo>
                      <a:pt x="14" y="458"/>
                      <a:pt x="14" y="484"/>
                      <a:pt x="24" y="500"/>
                    </a:cubicBezTo>
                    <a:cubicBezTo>
                      <a:pt x="14" y="555"/>
                      <a:pt x="8" y="617"/>
                      <a:pt x="5" y="672"/>
                    </a:cubicBezTo>
                    <a:cubicBezTo>
                      <a:pt x="1" y="699"/>
                      <a:pt x="25" y="715"/>
                      <a:pt x="49" y="715"/>
                    </a:cubicBezTo>
                    <a:cubicBezTo>
                      <a:pt x="68" y="715"/>
                      <a:pt x="86" y="706"/>
                      <a:pt x="92" y="685"/>
                    </a:cubicBezTo>
                    <a:cubicBezTo>
                      <a:pt x="105" y="630"/>
                      <a:pt x="112" y="575"/>
                      <a:pt x="124" y="519"/>
                    </a:cubicBezTo>
                    <a:cubicBezTo>
                      <a:pt x="193" y="516"/>
                      <a:pt x="267" y="510"/>
                      <a:pt x="335" y="506"/>
                    </a:cubicBezTo>
                    <a:cubicBezTo>
                      <a:pt x="338" y="523"/>
                      <a:pt x="345" y="539"/>
                      <a:pt x="348" y="552"/>
                    </a:cubicBezTo>
                    <a:cubicBezTo>
                      <a:pt x="335" y="565"/>
                      <a:pt x="329" y="575"/>
                      <a:pt x="329" y="591"/>
                    </a:cubicBezTo>
                    <a:lnTo>
                      <a:pt x="329" y="604"/>
                    </a:lnTo>
                    <a:cubicBezTo>
                      <a:pt x="329" y="623"/>
                      <a:pt x="338" y="646"/>
                      <a:pt x="354" y="655"/>
                    </a:cubicBezTo>
                    <a:lnTo>
                      <a:pt x="364" y="662"/>
                    </a:lnTo>
                    <a:cubicBezTo>
                      <a:pt x="374" y="667"/>
                      <a:pt x="384" y="669"/>
                      <a:pt x="393" y="669"/>
                    </a:cubicBezTo>
                    <a:cubicBezTo>
                      <a:pt x="414" y="669"/>
                      <a:pt x="433" y="657"/>
                      <a:pt x="448" y="639"/>
                    </a:cubicBezTo>
                    <a:cubicBezTo>
                      <a:pt x="481" y="600"/>
                      <a:pt x="471" y="542"/>
                      <a:pt x="452" y="487"/>
                    </a:cubicBezTo>
                    <a:cubicBezTo>
                      <a:pt x="493" y="462"/>
                      <a:pt x="484" y="393"/>
                      <a:pt x="430" y="393"/>
                    </a:cubicBezTo>
                    <a:cubicBezTo>
                      <a:pt x="428" y="393"/>
                      <a:pt x="427" y="393"/>
                      <a:pt x="426" y="393"/>
                    </a:cubicBezTo>
                    <a:lnTo>
                      <a:pt x="419" y="393"/>
                    </a:lnTo>
                    <a:cubicBezTo>
                      <a:pt x="416" y="387"/>
                      <a:pt x="416" y="380"/>
                      <a:pt x="413" y="374"/>
                    </a:cubicBezTo>
                    <a:cubicBezTo>
                      <a:pt x="371" y="257"/>
                      <a:pt x="316" y="137"/>
                      <a:pt x="254" y="30"/>
                    </a:cubicBezTo>
                    <a:cubicBezTo>
                      <a:pt x="242" y="10"/>
                      <a:pt x="223" y="1"/>
                      <a:pt x="2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4" name="Google Shape;2714;p24"/>
              <p:cNvSpPr/>
              <p:nvPr/>
            </p:nvSpPr>
            <p:spPr>
              <a:xfrm>
                <a:off x="7221712" y="3023243"/>
                <a:ext cx="34083" cy="42357"/>
              </a:xfrm>
              <a:custGeom>
                <a:avLst/>
                <a:gdLst/>
                <a:ahLst/>
                <a:cxnLst/>
                <a:rect l="l" t="t" r="r" b="b"/>
                <a:pathLst>
                  <a:path w="519" h="645" extrusionOk="0">
                    <a:moveTo>
                      <a:pt x="185" y="75"/>
                    </a:moveTo>
                    <a:cubicBezTo>
                      <a:pt x="207" y="75"/>
                      <a:pt x="229" y="83"/>
                      <a:pt x="246" y="101"/>
                    </a:cubicBezTo>
                    <a:cubicBezTo>
                      <a:pt x="292" y="150"/>
                      <a:pt x="269" y="231"/>
                      <a:pt x="204" y="250"/>
                    </a:cubicBezTo>
                    <a:cubicBezTo>
                      <a:pt x="150" y="266"/>
                      <a:pt x="155" y="357"/>
                      <a:pt x="211" y="357"/>
                    </a:cubicBezTo>
                    <a:cubicBezTo>
                      <a:pt x="212" y="357"/>
                      <a:pt x="213" y="357"/>
                      <a:pt x="214" y="357"/>
                    </a:cubicBezTo>
                    <a:cubicBezTo>
                      <a:pt x="217" y="357"/>
                      <a:pt x="224" y="357"/>
                      <a:pt x="227" y="354"/>
                    </a:cubicBezTo>
                    <a:cubicBezTo>
                      <a:pt x="250" y="349"/>
                      <a:pt x="273" y="345"/>
                      <a:pt x="296" y="345"/>
                    </a:cubicBezTo>
                    <a:cubicBezTo>
                      <a:pt x="305" y="345"/>
                      <a:pt x="315" y="346"/>
                      <a:pt x="324" y="348"/>
                    </a:cubicBezTo>
                    <a:cubicBezTo>
                      <a:pt x="356" y="357"/>
                      <a:pt x="402" y="374"/>
                      <a:pt x="392" y="412"/>
                    </a:cubicBezTo>
                    <a:cubicBezTo>
                      <a:pt x="386" y="442"/>
                      <a:pt x="327" y="461"/>
                      <a:pt x="308" y="467"/>
                    </a:cubicBezTo>
                    <a:cubicBezTo>
                      <a:pt x="256" y="484"/>
                      <a:pt x="204" y="484"/>
                      <a:pt x="156" y="493"/>
                    </a:cubicBezTo>
                    <a:cubicBezTo>
                      <a:pt x="149" y="487"/>
                      <a:pt x="146" y="484"/>
                      <a:pt x="139" y="477"/>
                    </a:cubicBezTo>
                    <a:cubicBezTo>
                      <a:pt x="139" y="364"/>
                      <a:pt x="117" y="247"/>
                      <a:pt x="78" y="143"/>
                    </a:cubicBezTo>
                    <a:lnTo>
                      <a:pt x="81" y="137"/>
                    </a:lnTo>
                    <a:cubicBezTo>
                      <a:pt x="100" y="101"/>
                      <a:pt x="143" y="75"/>
                      <a:pt x="185" y="75"/>
                    </a:cubicBezTo>
                    <a:close/>
                    <a:moveTo>
                      <a:pt x="206" y="0"/>
                    </a:moveTo>
                    <a:cubicBezTo>
                      <a:pt x="138" y="0"/>
                      <a:pt x="69" y="39"/>
                      <a:pt x="36" y="101"/>
                    </a:cubicBezTo>
                    <a:cubicBezTo>
                      <a:pt x="16" y="105"/>
                      <a:pt x="0" y="118"/>
                      <a:pt x="0" y="137"/>
                    </a:cubicBezTo>
                    <a:cubicBezTo>
                      <a:pt x="16" y="267"/>
                      <a:pt x="29" y="390"/>
                      <a:pt x="26" y="519"/>
                    </a:cubicBezTo>
                    <a:cubicBezTo>
                      <a:pt x="26" y="526"/>
                      <a:pt x="26" y="535"/>
                      <a:pt x="29" y="542"/>
                    </a:cubicBezTo>
                    <a:cubicBezTo>
                      <a:pt x="26" y="552"/>
                      <a:pt x="26" y="555"/>
                      <a:pt x="20" y="565"/>
                    </a:cubicBezTo>
                    <a:cubicBezTo>
                      <a:pt x="7" y="606"/>
                      <a:pt x="45" y="645"/>
                      <a:pt x="84" y="645"/>
                    </a:cubicBezTo>
                    <a:cubicBezTo>
                      <a:pt x="94" y="645"/>
                      <a:pt x="104" y="642"/>
                      <a:pt x="113" y="636"/>
                    </a:cubicBezTo>
                    <a:cubicBezTo>
                      <a:pt x="230" y="558"/>
                      <a:pt x="505" y="613"/>
                      <a:pt x="509" y="396"/>
                    </a:cubicBezTo>
                    <a:cubicBezTo>
                      <a:pt x="518" y="296"/>
                      <a:pt x="437" y="250"/>
                      <a:pt x="353" y="244"/>
                    </a:cubicBezTo>
                    <a:cubicBezTo>
                      <a:pt x="382" y="182"/>
                      <a:pt x="376" y="114"/>
                      <a:pt x="327" y="56"/>
                    </a:cubicBezTo>
                    <a:cubicBezTo>
                      <a:pt x="295" y="17"/>
                      <a:pt x="251" y="0"/>
                      <a:pt x="2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5" name="Google Shape;2715;p24"/>
              <p:cNvSpPr/>
              <p:nvPr/>
            </p:nvSpPr>
            <p:spPr>
              <a:xfrm>
                <a:off x="7422721" y="2861438"/>
                <a:ext cx="45115" cy="39402"/>
              </a:xfrm>
              <a:custGeom>
                <a:avLst/>
                <a:gdLst/>
                <a:ahLst/>
                <a:cxnLst/>
                <a:rect l="l" t="t" r="r" b="b"/>
                <a:pathLst>
                  <a:path w="687" h="600" extrusionOk="0">
                    <a:moveTo>
                      <a:pt x="485" y="1"/>
                    </a:moveTo>
                    <a:cubicBezTo>
                      <a:pt x="376" y="1"/>
                      <a:pt x="266" y="50"/>
                      <a:pt x="182" y="120"/>
                    </a:cubicBezTo>
                    <a:cubicBezTo>
                      <a:pt x="98" y="188"/>
                      <a:pt x="1" y="311"/>
                      <a:pt x="59" y="427"/>
                    </a:cubicBezTo>
                    <a:cubicBezTo>
                      <a:pt x="115" y="537"/>
                      <a:pt x="257" y="599"/>
                      <a:pt x="394" y="599"/>
                    </a:cubicBezTo>
                    <a:cubicBezTo>
                      <a:pt x="502" y="599"/>
                      <a:pt x="607" y="560"/>
                      <a:pt x="661" y="476"/>
                    </a:cubicBezTo>
                    <a:cubicBezTo>
                      <a:pt x="687" y="442"/>
                      <a:pt x="655" y="388"/>
                      <a:pt x="615" y="388"/>
                    </a:cubicBezTo>
                    <a:cubicBezTo>
                      <a:pt x="609" y="388"/>
                      <a:pt x="603" y="389"/>
                      <a:pt x="597" y="392"/>
                    </a:cubicBezTo>
                    <a:cubicBezTo>
                      <a:pt x="532" y="414"/>
                      <a:pt x="483" y="460"/>
                      <a:pt x="409" y="463"/>
                    </a:cubicBezTo>
                    <a:cubicBezTo>
                      <a:pt x="398" y="464"/>
                      <a:pt x="386" y="465"/>
                      <a:pt x="373" y="465"/>
                    </a:cubicBezTo>
                    <a:cubicBezTo>
                      <a:pt x="307" y="465"/>
                      <a:pt x="224" y="443"/>
                      <a:pt x="188" y="392"/>
                    </a:cubicBezTo>
                    <a:cubicBezTo>
                      <a:pt x="127" y="307"/>
                      <a:pt x="253" y="210"/>
                      <a:pt x="311" y="168"/>
                    </a:cubicBezTo>
                    <a:cubicBezTo>
                      <a:pt x="383" y="123"/>
                      <a:pt x="454" y="107"/>
                      <a:pt x="535" y="97"/>
                    </a:cubicBezTo>
                    <a:cubicBezTo>
                      <a:pt x="593" y="87"/>
                      <a:pt x="571" y="6"/>
                      <a:pt x="522" y="3"/>
                    </a:cubicBezTo>
                    <a:cubicBezTo>
                      <a:pt x="510" y="2"/>
                      <a:pt x="497" y="1"/>
                      <a:pt x="4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716" name="Google Shape;2716;p24"/>
            <p:cNvGrpSpPr/>
            <p:nvPr/>
          </p:nvGrpSpPr>
          <p:grpSpPr>
            <a:xfrm rot="3247306">
              <a:off x="-272169" y="3564361"/>
              <a:ext cx="765347" cy="971813"/>
              <a:chOff x="7996659" y="1819688"/>
              <a:chExt cx="419434" cy="532584"/>
            </a:xfrm>
          </p:grpSpPr>
          <p:sp>
            <p:nvSpPr>
              <p:cNvPr id="2717" name="Google Shape;2717;p24"/>
              <p:cNvSpPr/>
              <p:nvPr/>
            </p:nvSpPr>
            <p:spPr>
              <a:xfrm>
                <a:off x="7996659" y="1819688"/>
                <a:ext cx="419434" cy="532584"/>
              </a:xfrm>
              <a:custGeom>
                <a:avLst/>
                <a:gdLst/>
                <a:ahLst/>
                <a:cxnLst/>
                <a:rect l="l" t="t" r="r" b="b"/>
                <a:pathLst>
                  <a:path w="6387" h="8110" extrusionOk="0">
                    <a:moveTo>
                      <a:pt x="3158" y="136"/>
                    </a:moveTo>
                    <a:cubicBezTo>
                      <a:pt x="3547" y="136"/>
                      <a:pt x="3936" y="167"/>
                      <a:pt x="4316" y="246"/>
                    </a:cubicBezTo>
                    <a:cubicBezTo>
                      <a:pt x="4750" y="336"/>
                      <a:pt x="5366" y="485"/>
                      <a:pt x="5647" y="855"/>
                    </a:cubicBezTo>
                    <a:cubicBezTo>
                      <a:pt x="6386" y="1817"/>
                      <a:pt x="3548" y="1992"/>
                      <a:pt x="3078" y="1995"/>
                    </a:cubicBezTo>
                    <a:cubicBezTo>
                      <a:pt x="3044" y="1996"/>
                      <a:pt x="3009" y="1996"/>
                      <a:pt x="2974" y="1996"/>
                    </a:cubicBezTo>
                    <a:cubicBezTo>
                      <a:pt x="2484" y="1996"/>
                      <a:pt x="1994" y="1953"/>
                      <a:pt x="1511" y="1866"/>
                    </a:cubicBezTo>
                    <a:cubicBezTo>
                      <a:pt x="1313" y="1830"/>
                      <a:pt x="769" y="1713"/>
                      <a:pt x="458" y="1493"/>
                    </a:cubicBezTo>
                    <a:cubicBezTo>
                      <a:pt x="399" y="1418"/>
                      <a:pt x="335" y="1344"/>
                      <a:pt x="263" y="1276"/>
                    </a:cubicBezTo>
                    <a:cubicBezTo>
                      <a:pt x="231" y="1208"/>
                      <a:pt x="221" y="1133"/>
                      <a:pt x="247" y="1059"/>
                    </a:cubicBezTo>
                    <a:cubicBezTo>
                      <a:pt x="250" y="1052"/>
                      <a:pt x="254" y="1049"/>
                      <a:pt x="260" y="1039"/>
                    </a:cubicBezTo>
                    <a:cubicBezTo>
                      <a:pt x="684" y="174"/>
                      <a:pt x="2013" y="174"/>
                      <a:pt x="2845" y="142"/>
                    </a:cubicBezTo>
                    <a:cubicBezTo>
                      <a:pt x="2950" y="138"/>
                      <a:pt x="3054" y="136"/>
                      <a:pt x="3158" y="136"/>
                    </a:cubicBezTo>
                    <a:close/>
                    <a:moveTo>
                      <a:pt x="5453" y="1739"/>
                    </a:moveTo>
                    <a:lnTo>
                      <a:pt x="5453" y="1739"/>
                    </a:lnTo>
                    <a:cubicBezTo>
                      <a:pt x="4896" y="2445"/>
                      <a:pt x="4698" y="3349"/>
                      <a:pt x="4701" y="4266"/>
                    </a:cubicBezTo>
                    <a:cubicBezTo>
                      <a:pt x="4685" y="4266"/>
                      <a:pt x="4666" y="4273"/>
                      <a:pt x="4653" y="4289"/>
                    </a:cubicBezTo>
                    <a:cubicBezTo>
                      <a:pt x="4372" y="4750"/>
                      <a:pt x="3818" y="4855"/>
                      <a:pt x="3305" y="4855"/>
                    </a:cubicBezTo>
                    <a:cubicBezTo>
                      <a:pt x="3256" y="4855"/>
                      <a:pt x="3207" y="4854"/>
                      <a:pt x="3159" y="4852"/>
                    </a:cubicBezTo>
                    <a:cubicBezTo>
                      <a:pt x="2631" y="4833"/>
                      <a:pt x="2009" y="4703"/>
                      <a:pt x="1643" y="4292"/>
                    </a:cubicBezTo>
                    <a:cubicBezTo>
                      <a:pt x="1702" y="3813"/>
                      <a:pt x="1559" y="3365"/>
                      <a:pt x="1329" y="2922"/>
                    </a:cubicBezTo>
                    <a:cubicBezTo>
                      <a:pt x="1125" y="2523"/>
                      <a:pt x="918" y="2112"/>
                      <a:pt x="655" y="1742"/>
                    </a:cubicBezTo>
                    <a:lnTo>
                      <a:pt x="655" y="1742"/>
                    </a:lnTo>
                    <a:cubicBezTo>
                      <a:pt x="931" y="1885"/>
                      <a:pt x="1251" y="1950"/>
                      <a:pt x="1543" y="2002"/>
                    </a:cubicBezTo>
                    <a:cubicBezTo>
                      <a:pt x="2039" y="2087"/>
                      <a:pt x="2549" y="2133"/>
                      <a:pt x="3060" y="2133"/>
                    </a:cubicBezTo>
                    <a:cubicBezTo>
                      <a:pt x="3658" y="2133"/>
                      <a:pt x="4256" y="2070"/>
                      <a:pt x="4831" y="1934"/>
                    </a:cubicBezTo>
                    <a:cubicBezTo>
                      <a:pt x="5022" y="1888"/>
                      <a:pt x="5252" y="1830"/>
                      <a:pt x="5453" y="1739"/>
                    </a:cubicBezTo>
                    <a:close/>
                    <a:moveTo>
                      <a:pt x="1627" y="4431"/>
                    </a:moveTo>
                    <a:cubicBezTo>
                      <a:pt x="1983" y="4882"/>
                      <a:pt x="2758" y="4985"/>
                      <a:pt x="3279" y="4985"/>
                    </a:cubicBezTo>
                    <a:cubicBezTo>
                      <a:pt x="3736" y="4985"/>
                      <a:pt x="4462" y="4907"/>
                      <a:pt x="4705" y="4451"/>
                    </a:cubicBezTo>
                    <a:cubicBezTo>
                      <a:pt x="4724" y="4982"/>
                      <a:pt x="4967" y="5432"/>
                      <a:pt x="5252" y="5870"/>
                    </a:cubicBezTo>
                    <a:cubicBezTo>
                      <a:pt x="5408" y="6113"/>
                      <a:pt x="5586" y="6349"/>
                      <a:pt x="5712" y="6615"/>
                    </a:cubicBezTo>
                    <a:cubicBezTo>
                      <a:pt x="5997" y="7191"/>
                      <a:pt x="5615" y="7499"/>
                      <a:pt x="5106" y="7677"/>
                    </a:cubicBezTo>
                    <a:cubicBezTo>
                      <a:pt x="4455" y="7904"/>
                      <a:pt x="3762" y="7975"/>
                      <a:pt x="3072" y="7979"/>
                    </a:cubicBezTo>
                    <a:cubicBezTo>
                      <a:pt x="2992" y="7979"/>
                      <a:pt x="2912" y="7979"/>
                      <a:pt x="2831" y="7979"/>
                    </a:cubicBezTo>
                    <a:cubicBezTo>
                      <a:pt x="2247" y="7979"/>
                      <a:pt x="1634" y="7961"/>
                      <a:pt x="1073" y="7813"/>
                    </a:cubicBezTo>
                    <a:cubicBezTo>
                      <a:pt x="707" y="7716"/>
                      <a:pt x="150" y="7525"/>
                      <a:pt x="241" y="7046"/>
                    </a:cubicBezTo>
                    <a:cubicBezTo>
                      <a:pt x="305" y="6728"/>
                      <a:pt x="548" y="6407"/>
                      <a:pt x="733" y="6145"/>
                    </a:cubicBezTo>
                    <a:cubicBezTo>
                      <a:pt x="1060" y="5662"/>
                      <a:pt x="1417" y="5193"/>
                      <a:pt x="1582" y="4626"/>
                    </a:cubicBezTo>
                    <a:cubicBezTo>
                      <a:pt x="1601" y="4561"/>
                      <a:pt x="1614" y="4496"/>
                      <a:pt x="1627" y="4431"/>
                    </a:cubicBezTo>
                    <a:close/>
                    <a:moveTo>
                      <a:pt x="3211" y="1"/>
                    </a:moveTo>
                    <a:cubicBezTo>
                      <a:pt x="3107" y="1"/>
                      <a:pt x="3005" y="3"/>
                      <a:pt x="2907" y="6"/>
                    </a:cubicBezTo>
                    <a:cubicBezTo>
                      <a:pt x="2356" y="22"/>
                      <a:pt x="1776" y="74"/>
                      <a:pt x="1238" y="200"/>
                    </a:cubicBezTo>
                    <a:cubicBezTo>
                      <a:pt x="782" y="307"/>
                      <a:pt x="357" y="531"/>
                      <a:pt x="156" y="978"/>
                    </a:cubicBezTo>
                    <a:cubicBezTo>
                      <a:pt x="150" y="997"/>
                      <a:pt x="153" y="1017"/>
                      <a:pt x="160" y="1033"/>
                    </a:cubicBezTo>
                    <a:cubicBezTo>
                      <a:pt x="143" y="1085"/>
                      <a:pt x="143" y="1143"/>
                      <a:pt x="156" y="1195"/>
                    </a:cubicBezTo>
                    <a:cubicBezTo>
                      <a:pt x="134" y="1205"/>
                      <a:pt x="114" y="1237"/>
                      <a:pt x="137" y="1263"/>
                    </a:cubicBezTo>
                    <a:lnTo>
                      <a:pt x="234" y="1386"/>
                    </a:lnTo>
                    <a:cubicBezTo>
                      <a:pt x="263" y="1431"/>
                      <a:pt x="296" y="1470"/>
                      <a:pt x="331" y="1506"/>
                    </a:cubicBezTo>
                    <a:cubicBezTo>
                      <a:pt x="704" y="1998"/>
                      <a:pt x="999" y="2536"/>
                      <a:pt x="1271" y="3090"/>
                    </a:cubicBezTo>
                    <a:cubicBezTo>
                      <a:pt x="1653" y="3868"/>
                      <a:pt x="1566" y="4577"/>
                      <a:pt x="1135" y="5309"/>
                    </a:cubicBezTo>
                    <a:cubicBezTo>
                      <a:pt x="820" y="5837"/>
                      <a:pt x="341" y="6326"/>
                      <a:pt x="150" y="6913"/>
                    </a:cubicBezTo>
                    <a:cubicBezTo>
                      <a:pt x="1" y="7376"/>
                      <a:pt x="260" y="7629"/>
                      <a:pt x="665" y="7807"/>
                    </a:cubicBezTo>
                    <a:cubicBezTo>
                      <a:pt x="1242" y="8060"/>
                      <a:pt x="1903" y="8076"/>
                      <a:pt x="2521" y="8098"/>
                    </a:cubicBezTo>
                    <a:cubicBezTo>
                      <a:pt x="2696" y="8105"/>
                      <a:pt x="2871" y="8109"/>
                      <a:pt x="3046" y="8109"/>
                    </a:cubicBezTo>
                    <a:cubicBezTo>
                      <a:pt x="3554" y="8109"/>
                      <a:pt x="4063" y="8075"/>
                      <a:pt x="4559" y="7969"/>
                    </a:cubicBezTo>
                    <a:cubicBezTo>
                      <a:pt x="5000" y="7878"/>
                      <a:pt x="5758" y="7726"/>
                      <a:pt x="5936" y="7230"/>
                    </a:cubicBezTo>
                    <a:cubicBezTo>
                      <a:pt x="6098" y="6761"/>
                      <a:pt x="5664" y="6252"/>
                      <a:pt x="5430" y="5892"/>
                    </a:cubicBezTo>
                    <a:cubicBezTo>
                      <a:pt x="5226" y="5581"/>
                      <a:pt x="5016" y="5261"/>
                      <a:pt x="4912" y="4901"/>
                    </a:cubicBezTo>
                    <a:cubicBezTo>
                      <a:pt x="4802" y="4525"/>
                      <a:pt x="4844" y="4127"/>
                      <a:pt x="4870" y="3738"/>
                    </a:cubicBezTo>
                    <a:cubicBezTo>
                      <a:pt x="4941" y="2873"/>
                      <a:pt x="5200" y="2115"/>
                      <a:pt x="5842" y="1506"/>
                    </a:cubicBezTo>
                    <a:cubicBezTo>
                      <a:pt x="5874" y="1480"/>
                      <a:pt x="5868" y="1438"/>
                      <a:pt x="5842" y="1415"/>
                    </a:cubicBezTo>
                    <a:cubicBezTo>
                      <a:pt x="6014" y="1127"/>
                      <a:pt x="5852" y="819"/>
                      <a:pt x="5612" y="625"/>
                    </a:cubicBezTo>
                    <a:cubicBezTo>
                      <a:pt x="4988" y="119"/>
                      <a:pt x="4026" y="1"/>
                      <a:pt x="32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8" name="Google Shape;2718;p24"/>
              <p:cNvSpPr/>
              <p:nvPr/>
            </p:nvSpPr>
            <p:spPr>
              <a:xfrm>
                <a:off x="8107507" y="2077631"/>
                <a:ext cx="23510" cy="12346"/>
              </a:xfrm>
              <a:custGeom>
                <a:avLst/>
                <a:gdLst/>
                <a:ahLst/>
                <a:cxnLst/>
                <a:rect l="l" t="t" r="r" b="b"/>
                <a:pathLst>
                  <a:path w="358" h="188" extrusionOk="0">
                    <a:moveTo>
                      <a:pt x="290" y="1"/>
                    </a:moveTo>
                    <a:cubicBezTo>
                      <a:pt x="285" y="1"/>
                      <a:pt x="279" y="2"/>
                      <a:pt x="273" y="4"/>
                    </a:cubicBezTo>
                    <a:cubicBezTo>
                      <a:pt x="192" y="40"/>
                      <a:pt x="104" y="82"/>
                      <a:pt x="30" y="121"/>
                    </a:cubicBezTo>
                    <a:cubicBezTo>
                      <a:pt x="1" y="141"/>
                      <a:pt x="13" y="188"/>
                      <a:pt x="44" y="188"/>
                    </a:cubicBezTo>
                    <a:cubicBezTo>
                      <a:pt x="48" y="188"/>
                      <a:pt x="52" y="187"/>
                      <a:pt x="56" y="186"/>
                    </a:cubicBezTo>
                    <a:cubicBezTo>
                      <a:pt x="146" y="153"/>
                      <a:pt x="231" y="118"/>
                      <a:pt x="315" y="79"/>
                    </a:cubicBezTo>
                    <a:cubicBezTo>
                      <a:pt x="358" y="56"/>
                      <a:pt x="330" y="1"/>
                      <a:pt x="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9" name="Google Shape;2719;p24"/>
              <p:cNvSpPr/>
              <p:nvPr/>
            </p:nvSpPr>
            <p:spPr>
              <a:xfrm>
                <a:off x="8140472" y="2069947"/>
                <a:ext cx="31981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487" h="154" extrusionOk="0">
                    <a:moveTo>
                      <a:pt x="419" y="1"/>
                    </a:moveTo>
                    <a:cubicBezTo>
                      <a:pt x="415" y="1"/>
                      <a:pt x="412" y="1"/>
                      <a:pt x="409" y="2"/>
                    </a:cubicBezTo>
                    <a:cubicBezTo>
                      <a:pt x="283" y="18"/>
                      <a:pt x="153" y="50"/>
                      <a:pt x="33" y="89"/>
                    </a:cubicBezTo>
                    <a:cubicBezTo>
                      <a:pt x="2" y="102"/>
                      <a:pt x="1" y="154"/>
                      <a:pt x="36" y="154"/>
                    </a:cubicBezTo>
                    <a:cubicBezTo>
                      <a:pt x="38" y="154"/>
                      <a:pt x="39" y="154"/>
                      <a:pt x="40" y="154"/>
                    </a:cubicBezTo>
                    <a:cubicBezTo>
                      <a:pt x="169" y="144"/>
                      <a:pt x="309" y="121"/>
                      <a:pt x="435" y="86"/>
                    </a:cubicBezTo>
                    <a:cubicBezTo>
                      <a:pt x="487" y="74"/>
                      <a:pt x="470" y="1"/>
                      <a:pt x="4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0" name="Google Shape;2720;p24"/>
              <p:cNvSpPr/>
              <p:nvPr/>
            </p:nvSpPr>
            <p:spPr>
              <a:xfrm>
                <a:off x="8189854" y="2068306"/>
                <a:ext cx="32638" cy="6304"/>
              </a:xfrm>
              <a:custGeom>
                <a:avLst/>
                <a:gdLst/>
                <a:ahLst/>
                <a:cxnLst/>
                <a:rect l="l" t="t" r="r" b="b"/>
                <a:pathLst>
                  <a:path w="497" h="96" extrusionOk="0">
                    <a:moveTo>
                      <a:pt x="431" y="1"/>
                    </a:moveTo>
                    <a:cubicBezTo>
                      <a:pt x="305" y="1"/>
                      <a:pt x="175" y="4"/>
                      <a:pt x="49" y="10"/>
                    </a:cubicBezTo>
                    <a:cubicBezTo>
                      <a:pt x="0" y="10"/>
                      <a:pt x="0" y="85"/>
                      <a:pt x="49" y="85"/>
                    </a:cubicBezTo>
                    <a:cubicBezTo>
                      <a:pt x="152" y="90"/>
                      <a:pt x="257" y="95"/>
                      <a:pt x="361" y="95"/>
                    </a:cubicBezTo>
                    <a:cubicBezTo>
                      <a:pt x="385" y="95"/>
                      <a:pt x="408" y="95"/>
                      <a:pt x="431" y="95"/>
                    </a:cubicBezTo>
                    <a:cubicBezTo>
                      <a:pt x="432" y="95"/>
                      <a:pt x="433" y="95"/>
                      <a:pt x="435" y="95"/>
                    </a:cubicBezTo>
                    <a:cubicBezTo>
                      <a:pt x="496" y="95"/>
                      <a:pt x="495" y="4"/>
                      <a:pt x="4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1" name="Google Shape;2721;p24"/>
              <p:cNvSpPr/>
              <p:nvPr/>
            </p:nvSpPr>
            <p:spPr>
              <a:xfrm>
                <a:off x="8236544" y="2072114"/>
                <a:ext cx="29092" cy="11624"/>
              </a:xfrm>
              <a:custGeom>
                <a:avLst/>
                <a:gdLst/>
                <a:ahLst/>
                <a:cxnLst/>
                <a:rect l="l" t="t" r="r" b="b"/>
                <a:pathLst>
                  <a:path w="443" h="177" extrusionOk="0">
                    <a:moveTo>
                      <a:pt x="52" y="1"/>
                    </a:moveTo>
                    <a:cubicBezTo>
                      <a:pt x="11" y="1"/>
                      <a:pt x="1" y="73"/>
                      <a:pt x="44" y="82"/>
                    </a:cubicBezTo>
                    <a:cubicBezTo>
                      <a:pt x="154" y="101"/>
                      <a:pt x="255" y="134"/>
                      <a:pt x="355" y="173"/>
                    </a:cubicBezTo>
                    <a:cubicBezTo>
                      <a:pt x="363" y="176"/>
                      <a:pt x="370" y="177"/>
                      <a:pt x="377" y="177"/>
                    </a:cubicBezTo>
                    <a:cubicBezTo>
                      <a:pt x="428" y="177"/>
                      <a:pt x="442" y="95"/>
                      <a:pt x="388" y="72"/>
                    </a:cubicBezTo>
                    <a:cubicBezTo>
                      <a:pt x="284" y="27"/>
                      <a:pt x="171" y="7"/>
                      <a:pt x="57" y="1"/>
                    </a:cubicBezTo>
                    <a:cubicBezTo>
                      <a:pt x="55" y="1"/>
                      <a:pt x="54" y="1"/>
                      <a:pt x="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2" name="Google Shape;2722;p24"/>
              <p:cNvSpPr/>
              <p:nvPr/>
            </p:nvSpPr>
            <p:spPr>
              <a:xfrm>
                <a:off x="8273450" y="2083869"/>
                <a:ext cx="26662" cy="1911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291" extrusionOk="0">
                    <a:moveTo>
                      <a:pt x="56" y="0"/>
                    </a:moveTo>
                    <a:cubicBezTo>
                      <a:pt x="1" y="0"/>
                      <a:pt x="1" y="84"/>
                      <a:pt x="56" y="88"/>
                    </a:cubicBezTo>
                    <a:cubicBezTo>
                      <a:pt x="169" y="101"/>
                      <a:pt x="234" y="172"/>
                      <a:pt x="292" y="266"/>
                    </a:cubicBezTo>
                    <a:cubicBezTo>
                      <a:pt x="302" y="283"/>
                      <a:pt x="319" y="291"/>
                      <a:pt x="336" y="291"/>
                    </a:cubicBezTo>
                    <a:cubicBezTo>
                      <a:pt x="370" y="291"/>
                      <a:pt x="405" y="261"/>
                      <a:pt x="393" y="220"/>
                    </a:cubicBezTo>
                    <a:cubicBezTo>
                      <a:pt x="347" y="84"/>
                      <a:pt x="195" y="0"/>
                      <a:pt x="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3" name="Google Shape;2723;p24"/>
              <p:cNvSpPr/>
              <p:nvPr/>
            </p:nvSpPr>
            <p:spPr>
              <a:xfrm>
                <a:off x="8016425" y="2252832"/>
                <a:ext cx="29157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444" h="327" extrusionOk="0">
                    <a:moveTo>
                      <a:pt x="376" y="0"/>
                    </a:moveTo>
                    <a:cubicBezTo>
                      <a:pt x="369" y="0"/>
                      <a:pt x="362" y="2"/>
                      <a:pt x="354" y="6"/>
                    </a:cubicBezTo>
                    <a:cubicBezTo>
                      <a:pt x="225" y="67"/>
                      <a:pt x="111" y="165"/>
                      <a:pt x="17" y="271"/>
                    </a:cubicBezTo>
                    <a:cubicBezTo>
                      <a:pt x="0" y="296"/>
                      <a:pt x="17" y="327"/>
                      <a:pt x="40" y="327"/>
                    </a:cubicBezTo>
                    <a:cubicBezTo>
                      <a:pt x="47" y="327"/>
                      <a:pt x="55" y="324"/>
                      <a:pt x="63" y="317"/>
                    </a:cubicBezTo>
                    <a:cubicBezTo>
                      <a:pt x="170" y="223"/>
                      <a:pt x="277" y="152"/>
                      <a:pt x="400" y="84"/>
                    </a:cubicBezTo>
                    <a:cubicBezTo>
                      <a:pt x="444" y="59"/>
                      <a:pt x="417" y="0"/>
                      <a:pt x="3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4" name="Google Shape;2724;p24"/>
              <p:cNvSpPr/>
              <p:nvPr/>
            </p:nvSpPr>
            <p:spPr>
              <a:xfrm>
                <a:off x="8061342" y="2237597"/>
                <a:ext cx="38811" cy="13594"/>
              </a:xfrm>
              <a:custGeom>
                <a:avLst/>
                <a:gdLst/>
                <a:ahLst/>
                <a:cxnLst/>
                <a:rect l="l" t="t" r="r" b="b"/>
                <a:pathLst>
                  <a:path w="591" h="207" extrusionOk="0">
                    <a:moveTo>
                      <a:pt x="522" y="0"/>
                    </a:moveTo>
                    <a:cubicBezTo>
                      <a:pt x="519" y="0"/>
                      <a:pt x="516" y="1"/>
                      <a:pt x="513" y="1"/>
                    </a:cubicBezTo>
                    <a:cubicBezTo>
                      <a:pt x="354" y="40"/>
                      <a:pt x="202" y="86"/>
                      <a:pt x="46" y="131"/>
                    </a:cubicBezTo>
                    <a:cubicBezTo>
                      <a:pt x="1" y="143"/>
                      <a:pt x="18" y="206"/>
                      <a:pt x="60" y="206"/>
                    </a:cubicBezTo>
                    <a:cubicBezTo>
                      <a:pt x="63" y="206"/>
                      <a:pt x="66" y="206"/>
                      <a:pt x="69" y="205"/>
                    </a:cubicBezTo>
                    <a:cubicBezTo>
                      <a:pt x="224" y="166"/>
                      <a:pt x="383" y="134"/>
                      <a:pt x="538" y="92"/>
                    </a:cubicBezTo>
                    <a:cubicBezTo>
                      <a:pt x="591" y="77"/>
                      <a:pt x="573" y="0"/>
                      <a:pt x="5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5" name="Google Shape;2725;p24"/>
              <p:cNvSpPr/>
              <p:nvPr/>
            </p:nvSpPr>
            <p:spPr>
              <a:xfrm>
                <a:off x="8124974" y="2231884"/>
                <a:ext cx="36907" cy="7552"/>
              </a:xfrm>
              <a:custGeom>
                <a:avLst/>
                <a:gdLst/>
                <a:ahLst/>
                <a:cxnLst/>
                <a:rect l="l" t="t" r="r" b="b"/>
                <a:pathLst>
                  <a:path w="562" h="115" extrusionOk="0">
                    <a:moveTo>
                      <a:pt x="507" y="0"/>
                    </a:moveTo>
                    <a:cubicBezTo>
                      <a:pt x="504" y="0"/>
                      <a:pt x="502" y="0"/>
                      <a:pt x="499" y="1"/>
                    </a:cubicBezTo>
                    <a:cubicBezTo>
                      <a:pt x="350" y="17"/>
                      <a:pt x="204" y="36"/>
                      <a:pt x="49" y="36"/>
                    </a:cubicBezTo>
                    <a:cubicBezTo>
                      <a:pt x="0" y="36"/>
                      <a:pt x="0" y="104"/>
                      <a:pt x="49" y="111"/>
                    </a:cubicBezTo>
                    <a:cubicBezTo>
                      <a:pt x="103" y="113"/>
                      <a:pt x="157" y="115"/>
                      <a:pt x="211" y="115"/>
                    </a:cubicBezTo>
                    <a:cubicBezTo>
                      <a:pt x="311" y="115"/>
                      <a:pt x="411" y="110"/>
                      <a:pt x="512" y="95"/>
                    </a:cubicBezTo>
                    <a:cubicBezTo>
                      <a:pt x="561" y="86"/>
                      <a:pt x="552" y="0"/>
                      <a:pt x="5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6" name="Google Shape;2726;p24"/>
              <p:cNvSpPr/>
              <p:nvPr/>
            </p:nvSpPr>
            <p:spPr>
              <a:xfrm>
                <a:off x="8183485" y="2230439"/>
                <a:ext cx="40321" cy="7946"/>
              </a:xfrm>
              <a:custGeom>
                <a:avLst/>
                <a:gdLst/>
                <a:ahLst/>
                <a:cxnLst/>
                <a:rect l="l" t="t" r="r" b="b"/>
                <a:pathLst>
                  <a:path w="614" h="121" extrusionOk="0">
                    <a:moveTo>
                      <a:pt x="238" y="1"/>
                    </a:moveTo>
                    <a:cubicBezTo>
                      <a:pt x="178" y="1"/>
                      <a:pt x="118" y="3"/>
                      <a:pt x="59" y="7"/>
                    </a:cubicBezTo>
                    <a:cubicBezTo>
                      <a:pt x="1" y="10"/>
                      <a:pt x="0" y="91"/>
                      <a:pt x="55" y="91"/>
                    </a:cubicBezTo>
                    <a:cubicBezTo>
                      <a:pt x="56" y="91"/>
                      <a:pt x="57" y="91"/>
                      <a:pt x="59" y="91"/>
                    </a:cubicBezTo>
                    <a:cubicBezTo>
                      <a:pt x="71" y="91"/>
                      <a:pt x="83" y="90"/>
                      <a:pt x="96" y="90"/>
                    </a:cubicBezTo>
                    <a:cubicBezTo>
                      <a:pt x="248" y="90"/>
                      <a:pt x="398" y="108"/>
                      <a:pt x="551" y="120"/>
                    </a:cubicBezTo>
                    <a:cubicBezTo>
                      <a:pt x="553" y="120"/>
                      <a:pt x="555" y="120"/>
                      <a:pt x="557" y="120"/>
                    </a:cubicBezTo>
                    <a:cubicBezTo>
                      <a:pt x="607" y="120"/>
                      <a:pt x="614" y="42"/>
                      <a:pt x="564" y="29"/>
                    </a:cubicBezTo>
                    <a:cubicBezTo>
                      <a:pt x="457" y="8"/>
                      <a:pt x="348" y="1"/>
                      <a:pt x="23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7" name="Google Shape;2727;p24"/>
              <p:cNvSpPr/>
              <p:nvPr/>
            </p:nvSpPr>
            <p:spPr>
              <a:xfrm>
                <a:off x="8245738" y="2233591"/>
                <a:ext cx="37629" cy="12215"/>
              </a:xfrm>
              <a:custGeom>
                <a:avLst/>
                <a:gdLst/>
                <a:ahLst/>
                <a:cxnLst/>
                <a:rect l="l" t="t" r="r" b="b"/>
                <a:pathLst>
                  <a:path w="573" h="186" extrusionOk="0">
                    <a:moveTo>
                      <a:pt x="60" y="0"/>
                    </a:moveTo>
                    <a:cubicBezTo>
                      <a:pt x="16" y="0"/>
                      <a:pt x="0" y="63"/>
                      <a:pt x="47" y="78"/>
                    </a:cubicBezTo>
                    <a:cubicBezTo>
                      <a:pt x="193" y="117"/>
                      <a:pt x="342" y="159"/>
                      <a:pt x="491" y="185"/>
                    </a:cubicBezTo>
                    <a:cubicBezTo>
                      <a:pt x="493" y="186"/>
                      <a:pt x="495" y="186"/>
                      <a:pt x="497" y="186"/>
                    </a:cubicBezTo>
                    <a:cubicBezTo>
                      <a:pt x="551" y="186"/>
                      <a:pt x="573" y="107"/>
                      <a:pt x="517" y="91"/>
                    </a:cubicBezTo>
                    <a:cubicBezTo>
                      <a:pt x="371" y="53"/>
                      <a:pt x="215" y="30"/>
                      <a:pt x="66" y="1"/>
                    </a:cubicBezTo>
                    <a:cubicBezTo>
                      <a:pt x="64" y="0"/>
                      <a:pt x="62" y="0"/>
                      <a:pt x="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8" name="Google Shape;2728;p24"/>
              <p:cNvSpPr/>
              <p:nvPr/>
            </p:nvSpPr>
            <p:spPr>
              <a:xfrm>
                <a:off x="8302409" y="2246593"/>
                <a:ext cx="29814" cy="13331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03" extrusionOk="0">
                    <a:moveTo>
                      <a:pt x="56" y="0"/>
                    </a:moveTo>
                    <a:cubicBezTo>
                      <a:pt x="0" y="0"/>
                      <a:pt x="2" y="88"/>
                      <a:pt x="62" y="98"/>
                    </a:cubicBezTo>
                    <a:cubicBezTo>
                      <a:pt x="165" y="104"/>
                      <a:pt x="256" y="140"/>
                      <a:pt x="344" y="195"/>
                    </a:cubicBezTo>
                    <a:cubicBezTo>
                      <a:pt x="354" y="200"/>
                      <a:pt x="363" y="203"/>
                      <a:pt x="373" y="203"/>
                    </a:cubicBezTo>
                    <a:cubicBezTo>
                      <a:pt x="423" y="203"/>
                      <a:pt x="454" y="131"/>
                      <a:pt x="402" y="101"/>
                    </a:cubicBezTo>
                    <a:cubicBezTo>
                      <a:pt x="301" y="36"/>
                      <a:pt x="182" y="7"/>
                      <a:pt x="62" y="0"/>
                    </a:cubicBezTo>
                    <a:cubicBezTo>
                      <a:pt x="60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9" name="Google Shape;2729;p24"/>
              <p:cNvSpPr/>
              <p:nvPr/>
            </p:nvSpPr>
            <p:spPr>
              <a:xfrm>
                <a:off x="8339774" y="2264455"/>
                <a:ext cx="32966" cy="21540"/>
              </a:xfrm>
              <a:custGeom>
                <a:avLst/>
                <a:gdLst/>
                <a:ahLst/>
                <a:cxnLst/>
                <a:rect l="l" t="t" r="r" b="b"/>
                <a:pathLst>
                  <a:path w="502" h="328" extrusionOk="0">
                    <a:moveTo>
                      <a:pt x="55" y="0"/>
                    </a:moveTo>
                    <a:cubicBezTo>
                      <a:pt x="11" y="0"/>
                      <a:pt x="1" y="74"/>
                      <a:pt x="47" y="91"/>
                    </a:cubicBezTo>
                    <a:cubicBezTo>
                      <a:pt x="179" y="143"/>
                      <a:pt x="273" y="221"/>
                      <a:pt x="380" y="311"/>
                    </a:cubicBezTo>
                    <a:cubicBezTo>
                      <a:pt x="392" y="323"/>
                      <a:pt x="405" y="327"/>
                      <a:pt x="418" y="327"/>
                    </a:cubicBezTo>
                    <a:cubicBezTo>
                      <a:pt x="462" y="327"/>
                      <a:pt x="501" y="273"/>
                      <a:pt x="461" y="230"/>
                    </a:cubicBezTo>
                    <a:cubicBezTo>
                      <a:pt x="358" y="124"/>
                      <a:pt x="209" y="49"/>
                      <a:pt x="73" y="4"/>
                    </a:cubicBezTo>
                    <a:cubicBezTo>
                      <a:pt x="66" y="1"/>
                      <a:pt x="60" y="0"/>
                      <a:pt x="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730" name="Google Shape;2730;p24"/>
            <p:cNvGrpSpPr/>
            <p:nvPr/>
          </p:nvGrpSpPr>
          <p:grpSpPr>
            <a:xfrm rot="1205843">
              <a:off x="8579881" y="4109791"/>
              <a:ext cx="1187466" cy="742912"/>
              <a:chOff x="6880435" y="4156402"/>
              <a:chExt cx="650771" cy="407141"/>
            </a:xfrm>
          </p:grpSpPr>
          <p:sp>
            <p:nvSpPr>
              <p:cNvPr id="2731" name="Google Shape;2731;p24"/>
              <p:cNvSpPr/>
              <p:nvPr/>
            </p:nvSpPr>
            <p:spPr>
              <a:xfrm>
                <a:off x="6911496" y="4201712"/>
                <a:ext cx="562464" cy="308649"/>
              </a:xfrm>
              <a:custGeom>
                <a:avLst/>
                <a:gdLst/>
                <a:ahLst/>
                <a:cxnLst/>
                <a:rect l="l" t="t" r="r" b="b"/>
                <a:pathLst>
                  <a:path w="8565" h="4700" extrusionOk="0">
                    <a:moveTo>
                      <a:pt x="542" y="443"/>
                    </a:moveTo>
                    <a:lnTo>
                      <a:pt x="542" y="443"/>
                    </a:lnTo>
                    <a:cubicBezTo>
                      <a:pt x="1919" y="1751"/>
                      <a:pt x="3564" y="2821"/>
                      <a:pt x="5288" y="3682"/>
                    </a:cubicBezTo>
                    <a:lnTo>
                      <a:pt x="5275" y="3695"/>
                    </a:lnTo>
                    <a:cubicBezTo>
                      <a:pt x="5161" y="3903"/>
                      <a:pt x="5132" y="4233"/>
                      <a:pt x="5288" y="4431"/>
                    </a:cubicBezTo>
                    <a:cubicBezTo>
                      <a:pt x="4353" y="4399"/>
                      <a:pt x="3418" y="4377"/>
                      <a:pt x="2483" y="4377"/>
                    </a:cubicBezTo>
                    <a:cubicBezTo>
                      <a:pt x="1880" y="4377"/>
                      <a:pt x="1277" y="4386"/>
                      <a:pt x="675" y="4408"/>
                    </a:cubicBezTo>
                    <a:cubicBezTo>
                      <a:pt x="668" y="4022"/>
                      <a:pt x="662" y="3634"/>
                      <a:pt x="655" y="3245"/>
                    </a:cubicBezTo>
                    <a:lnTo>
                      <a:pt x="655" y="3245"/>
                    </a:lnTo>
                    <a:cubicBezTo>
                      <a:pt x="1157" y="3417"/>
                      <a:pt x="1692" y="3669"/>
                      <a:pt x="1721" y="4278"/>
                    </a:cubicBezTo>
                    <a:cubicBezTo>
                      <a:pt x="1723" y="4319"/>
                      <a:pt x="1755" y="4339"/>
                      <a:pt x="1786" y="4339"/>
                    </a:cubicBezTo>
                    <a:cubicBezTo>
                      <a:pt x="1817" y="4339"/>
                      <a:pt x="1846" y="4319"/>
                      <a:pt x="1841" y="4278"/>
                    </a:cubicBezTo>
                    <a:cubicBezTo>
                      <a:pt x="1808" y="3669"/>
                      <a:pt x="1222" y="3255"/>
                      <a:pt x="649" y="3167"/>
                    </a:cubicBezTo>
                    <a:cubicBezTo>
                      <a:pt x="629" y="2260"/>
                      <a:pt x="600" y="1350"/>
                      <a:pt x="542" y="443"/>
                    </a:cubicBezTo>
                    <a:close/>
                    <a:moveTo>
                      <a:pt x="5375" y="3728"/>
                    </a:moveTo>
                    <a:cubicBezTo>
                      <a:pt x="5945" y="4006"/>
                      <a:pt x="6522" y="4265"/>
                      <a:pt x="7102" y="4505"/>
                    </a:cubicBezTo>
                    <a:cubicBezTo>
                      <a:pt x="6525" y="4476"/>
                      <a:pt x="5949" y="4453"/>
                      <a:pt x="5366" y="4431"/>
                    </a:cubicBezTo>
                    <a:cubicBezTo>
                      <a:pt x="5336" y="4314"/>
                      <a:pt x="5294" y="4204"/>
                      <a:pt x="5294" y="4084"/>
                    </a:cubicBezTo>
                    <a:cubicBezTo>
                      <a:pt x="5294" y="3958"/>
                      <a:pt x="5333" y="3847"/>
                      <a:pt x="5375" y="3734"/>
                    </a:cubicBezTo>
                    <a:lnTo>
                      <a:pt x="5375" y="3728"/>
                    </a:lnTo>
                    <a:close/>
                    <a:moveTo>
                      <a:pt x="478" y="1"/>
                    </a:moveTo>
                    <a:cubicBezTo>
                      <a:pt x="463" y="1"/>
                      <a:pt x="449" y="11"/>
                      <a:pt x="448" y="31"/>
                    </a:cubicBezTo>
                    <a:cubicBezTo>
                      <a:pt x="412" y="1483"/>
                      <a:pt x="480" y="2953"/>
                      <a:pt x="539" y="4408"/>
                    </a:cubicBezTo>
                    <a:cubicBezTo>
                      <a:pt x="377" y="4411"/>
                      <a:pt x="218" y="4421"/>
                      <a:pt x="56" y="4427"/>
                    </a:cubicBezTo>
                    <a:cubicBezTo>
                      <a:pt x="1" y="4431"/>
                      <a:pt x="1" y="4508"/>
                      <a:pt x="56" y="4508"/>
                    </a:cubicBezTo>
                    <a:lnTo>
                      <a:pt x="542" y="4521"/>
                    </a:lnTo>
                    <a:cubicBezTo>
                      <a:pt x="542" y="4550"/>
                      <a:pt x="545" y="4583"/>
                      <a:pt x="545" y="4609"/>
                    </a:cubicBezTo>
                    <a:cubicBezTo>
                      <a:pt x="547" y="4652"/>
                      <a:pt x="580" y="4674"/>
                      <a:pt x="612" y="4674"/>
                    </a:cubicBezTo>
                    <a:cubicBezTo>
                      <a:pt x="645" y="4674"/>
                      <a:pt x="676" y="4652"/>
                      <a:pt x="675" y="4609"/>
                    </a:cubicBezTo>
                    <a:lnTo>
                      <a:pt x="675" y="4525"/>
                    </a:lnTo>
                    <a:cubicBezTo>
                      <a:pt x="3273" y="4586"/>
                      <a:pt x="5871" y="4573"/>
                      <a:pt x="8466" y="4699"/>
                    </a:cubicBezTo>
                    <a:cubicBezTo>
                      <a:pt x="8468" y="4700"/>
                      <a:pt x="8470" y="4700"/>
                      <a:pt x="8472" y="4700"/>
                    </a:cubicBezTo>
                    <a:cubicBezTo>
                      <a:pt x="8536" y="4700"/>
                      <a:pt x="8564" y="4605"/>
                      <a:pt x="8501" y="4576"/>
                    </a:cubicBezTo>
                    <a:cubicBezTo>
                      <a:pt x="8446" y="4554"/>
                      <a:pt x="8395" y="4528"/>
                      <a:pt x="8333" y="4505"/>
                    </a:cubicBezTo>
                    <a:cubicBezTo>
                      <a:pt x="8325" y="4502"/>
                      <a:pt x="8318" y="4501"/>
                      <a:pt x="8311" y="4501"/>
                    </a:cubicBezTo>
                    <a:cubicBezTo>
                      <a:pt x="8280" y="4501"/>
                      <a:pt x="8258" y="4528"/>
                      <a:pt x="8255" y="4557"/>
                    </a:cubicBezTo>
                    <a:cubicBezTo>
                      <a:pt x="7947" y="4541"/>
                      <a:pt x="7640" y="4528"/>
                      <a:pt x="7335" y="4512"/>
                    </a:cubicBezTo>
                    <a:cubicBezTo>
                      <a:pt x="7338" y="4486"/>
                      <a:pt x="7329" y="4453"/>
                      <a:pt x="7290" y="4434"/>
                    </a:cubicBezTo>
                    <a:cubicBezTo>
                      <a:pt x="6065" y="3945"/>
                      <a:pt x="4883" y="3355"/>
                      <a:pt x="3755" y="2665"/>
                    </a:cubicBezTo>
                    <a:cubicBezTo>
                      <a:pt x="2622" y="1975"/>
                      <a:pt x="1585" y="1172"/>
                      <a:pt x="542" y="355"/>
                    </a:cubicBezTo>
                    <a:cubicBezTo>
                      <a:pt x="539" y="355"/>
                      <a:pt x="539" y="349"/>
                      <a:pt x="532" y="349"/>
                    </a:cubicBezTo>
                    <a:cubicBezTo>
                      <a:pt x="526" y="245"/>
                      <a:pt x="516" y="135"/>
                      <a:pt x="509" y="31"/>
                    </a:cubicBezTo>
                    <a:cubicBezTo>
                      <a:pt x="508" y="11"/>
                      <a:pt x="493" y="1"/>
                      <a:pt x="4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2" name="Google Shape;2732;p24"/>
              <p:cNvSpPr/>
              <p:nvPr/>
            </p:nvSpPr>
            <p:spPr>
              <a:xfrm>
                <a:off x="6880435" y="4510481"/>
                <a:ext cx="36644" cy="53061"/>
              </a:xfrm>
              <a:custGeom>
                <a:avLst/>
                <a:gdLst/>
                <a:ahLst/>
                <a:cxnLst/>
                <a:rect l="l" t="t" r="r" b="b"/>
                <a:pathLst>
                  <a:path w="558" h="808" extrusionOk="0">
                    <a:moveTo>
                      <a:pt x="283" y="292"/>
                    </a:moveTo>
                    <a:cubicBezTo>
                      <a:pt x="289" y="325"/>
                      <a:pt x="299" y="354"/>
                      <a:pt x="309" y="386"/>
                    </a:cubicBezTo>
                    <a:cubicBezTo>
                      <a:pt x="292" y="386"/>
                      <a:pt x="276" y="389"/>
                      <a:pt x="260" y="393"/>
                    </a:cubicBezTo>
                    <a:cubicBezTo>
                      <a:pt x="270" y="360"/>
                      <a:pt x="276" y="325"/>
                      <a:pt x="283" y="292"/>
                    </a:cubicBezTo>
                    <a:close/>
                    <a:moveTo>
                      <a:pt x="262" y="1"/>
                    </a:moveTo>
                    <a:cubicBezTo>
                      <a:pt x="239" y="1"/>
                      <a:pt x="217" y="12"/>
                      <a:pt x="211" y="40"/>
                    </a:cubicBezTo>
                    <a:cubicBezTo>
                      <a:pt x="192" y="163"/>
                      <a:pt x="173" y="283"/>
                      <a:pt x="147" y="406"/>
                    </a:cubicBezTo>
                    <a:cubicBezTo>
                      <a:pt x="114" y="409"/>
                      <a:pt x="88" y="412"/>
                      <a:pt x="56" y="419"/>
                    </a:cubicBezTo>
                    <a:cubicBezTo>
                      <a:pt x="17" y="422"/>
                      <a:pt x="1" y="480"/>
                      <a:pt x="46" y="487"/>
                    </a:cubicBezTo>
                    <a:cubicBezTo>
                      <a:pt x="75" y="490"/>
                      <a:pt x="104" y="493"/>
                      <a:pt x="137" y="493"/>
                    </a:cubicBezTo>
                    <a:cubicBezTo>
                      <a:pt x="121" y="584"/>
                      <a:pt x="104" y="668"/>
                      <a:pt x="92" y="759"/>
                    </a:cubicBezTo>
                    <a:cubicBezTo>
                      <a:pt x="86" y="788"/>
                      <a:pt x="110" y="808"/>
                      <a:pt x="134" y="808"/>
                    </a:cubicBezTo>
                    <a:cubicBezTo>
                      <a:pt x="149" y="808"/>
                      <a:pt x="164" y="799"/>
                      <a:pt x="169" y="778"/>
                    </a:cubicBezTo>
                    <a:cubicBezTo>
                      <a:pt x="192" y="684"/>
                      <a:pt x="211" y="587"/>
                      <a:pt x="234" y="493"/>
                    </a:cubicBezTo>
                    <a:cubicBezTo>
                      <a:pt x="266" y="493"/>
                      <a:pt x="302" y="490"/>
                      <a:pt x="334" y="487"/>
                    </a:cubicBezTo>
                    <a:cubicBezTo>
                      <a:pt x="354" y="551"/>
                      <a:pt x="380" y="619"/>
                      <a:pt x="412" y="681"/>
                    </a:cubicBezTo>
                    <a:cubicBezTo>
                      <a:pt x="421" y="702"/>
                      <a:pt x="437" y="710"/>
                      <a:pt x="453" y="710"/>
                    </a:cubicBezTo>
                    <a:cubicBezTo>
                      <a:pt x="486" y="710"/>
                      <a:pt x="521" y="677"/>
                      <a:pt x="513" y="636"/>
                    </a:cubicBezTo>
                    <a:cubicBezTo>
                      <a:pt x="500" y="577"/>
                      <a:pt x="487" y="519"/>
                      <a:pt x="467" y="457"/>
                    </a:cubicBezTo>
                    <a:cubicBezTo>
                      <a:pt x="477" y="454"/>
                      <a:pt x="484" y="454"/>
                      <a:pt x="496" y="451"/>
                    </a:cubicBezTo>
                    <a:cubicBezTo>
                      <a:pt x="557" y="436"/>
                      <a:pt x="538" y="353"/>
                      <a:pt x="483" y="353"/>
                    </a:cubicBezTo>
                    <a:cubicBezTo>
                      <a:pt x="479" y="353"/>
                      <a:pt x="475" y="353"/>
                      <a:pt x="471" y="354"/>
                    </a:cubicBezTo>
                    <a:cubicBezTo>
                      <a:pt x="461" y="357"/>
                      <a:pt x="451" y="357"/>
                      <a:pt x="438" y="360"/>
                    </a:cubicBezTo>
                    <a:cubicBezTo>
                      <a:pt x="403" y="253"/>
                      <a:pt x="364" y="146"/>
                      <a:pt x="325" y="40"/>
                    </a:cubicBezTo>
                    <a:cubicBezTo>
                      <a:pt x="316" y="15"/>
                      <a:pt x="288" y="1"/>
                      <a:pt x="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3" name="Google Shape;2733;p24"/>
              <p:cNvSpPr/>
              <p:nvPr/>
            </p:nvSpPr>
            <p:spPr>
              <a:xfrm>
                <a:off x="6915108" y="4156402"/>
                <a:ext cx="36250" cy="35396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39" extrusionOk="0">
                    <a:moveTo>
                      <a:pt x="384" y="1"/>
                    </a:moveTo>
                    <a:cubicBezTo>
                      <a:pt x="216" y="1"/>
                      <a:pt x="42" y="75"/>
                      <a:pt x="14" y="258"/>
                    </a:cubicBezTo>
                    <a:cubicBezTo>
                      <a:pt x="1" y="349"/>
                      <a:pt x="33" y="433"/>
                      <a:pt x="114" y="478"/>
                    </a:cubicBezTo>
                    <a:cubicBezTo>
                      <a:pt x="202" y="530"/>
                      <a:pt x="322" y="517"/>
                      <a:pt x="419" y="537"/>
                    </a:cubicBezTo>
                    <a:cubicBezTo>
                      <a:pt x="424" y="538"/>
                      <a:pt x="429" y="538"/>
                      <a:pt x="433" y="538"/>
                    </a:cubicBezTo>
                    <a:cubicBezTo>
                      <a:pt x="490" y="538"/>
                      <a:pt x="527" y="454"/>
                      <a:pt x="467" y="430"/>
                    </a:cubicBezTo>
                    <a:cubicBezTo>
                      <a:pt x="377" y="388"/>
                      <a:pt x="130" y="430"/>
                      <a:pt x="134" y="287"/>
                    </a:cubicBezTo>
                    <a:cubicBezTo>
                      <a:pt x="137" y="96"/>
                      <a:pt x="390" y="115"/>
                      <a:pt x="516" y="96"/>
                    </a:cubicBezTo>
                    <a:cubicBezTo>
                      <a:pt x="552" y="90"/>
                      <a:pt x="552" y="25"/>
                      <a:pt x="509" y="15"/>
                    </a:cubicBezTo>
                    <a:cubicBezTo>
                      <a:pt x="470" y="6"/>
                      <a:pt x="427" y="1"/>
                      <a:pt x="3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4" name="Google Shape;2734;p24"/>
              <p:cNvSpPr/>
              <p:nvPr/>
            </p:nvSpPr>
            <p:spPr>
              <a:xfrm>
                <a:off x="7482282" y="4492817"/>
                <a:ext cx="48924" cy="52930"/>
              </a:xfrm>
              <a:custGeom>
                <a:avLst/>
                <a:gdLst/>
                <a:ahLst/>
                <a:cxnLst/>
                <a:rect l="l" t="t" r="r" b="b"/>
                <a:pathLst>
                  <a:path w="745" h="806" extrusionOk="0">
                    <a:moveTo>
                      <a:pt x="244" y="163"/>
                    </a:moveTo>
                    <a:cubicBezTo>
                      <a:pt x="334" y="169"/>
                      <a:pt x="344" y="202"/>
                      <a:pt x="279" y="266"/>
                    </a:cubicBezTo>
                    <a:cubicBezTo>
                      <a:pt x="260" y="286"/>
                      <a:pt x="237" y="302"/>
                      <a:pt x="211" y="318"/>
                    </a:cubicBezTo>
                    <a:cubicBezTo>
                      <a:pt x="211" y="279"/>
                      <a:pt x="214" y="176"/>
                      <a:pt x="244" y="163"/>
                    </a:cubicBezTo>
                    <a:close/>
                    <a:moveTo>
                      <a:pt x="208" y="435"/>
                    </a:moveTo>
                    <a:cubicBezTo>
                      <a:pt x="214" y="438"/>
                      <a:pt x="227" y="445"/>
                      <a:pt x="240" y="445"/>
                    </a:cubicBezTo>
                    <a:cubicBezTo>
                      <a:pt x="263" y="443"/>
                      <a:pt x="293" y="441"/>
                      <a:pt x="325" y="441"/>
                    </a:cubicBezTo>
                    <a:cubicBezTo>
                      <a:pt x="429" y="441"/>
                      <a:pt x="557" y="459"/>
                      <a:pt x="564" y="558"/>
                    </a:cubicBezTo>
                    <a:cubicBezTo>
                      <a:pt x="564" y="623"/>
                      <a:pt x="555" y="613"/>
                      <a:pt x="503" y="629"/>
                    </a:cubicBezTo>
                    <a:cubicBezTo>
                      <a:pt x="470" y="642"/>
                      <a:pt x="435" y="645"/>
                      <a:pt x="402" y="655"/>
                    </a:cubicBezTo>
                    <a:cubicBezTo>
                      <a:pt x="362" y="663"/>
                      <a:pt x="324" y="666"/>
                      <a:pt x="285" y="666"/>
                    </a:cubicBezTo>
                    <a:cubicBezTo>
                      <a:pt x="258" y="666"/>
                      <a:pt x="232" y="664"/>
                      <a:pt x="205" y="662"/>
                    </a:cubicBezTo>
                    <a:cubicBezTo>
                      <a:pt x="205" y="584"/>
                      <a:pt x="205" y="513"/>
                      <a:pt x="208" y="435"/>
                    </a:cubicBezTo>
                    <a:close/>
                    <a:moveTo>
                      <a:pt x="278" y="1"/>
                    </a:moveTo>
                    <a:cubicBezTo>
                      <a:pt x="276" y="1"/>
                      <a:pt x="274" y="1"/>
                      <a:pt x="273" y="1"/>
                    </a:cubicBezTo>
                    <a:cubicBezTo>
                      <a:pt x="1" y="11"/>
                      <a:pt x="69" y="561"/>
                      <a:pt x="82" y="714"/>
                    </a:cubicBezTo>
                    <a:cubicBezTo>
                      <a:pt x="85" y="739"/>
                      <a:pt x="98" y="756"/>
                      <a:pt x="117" y="762"/>
                    </a:cubicBezTo>
                    <a:cubicBezTo>
                      <a:pt x="127" y="775"/>
                      <a:pt x="137" y="788"/>
                      <a:pt x="159" y="791"/>
                    </a:cubicBezTo>
                    <a:cubicBezTo>
                      <a:pt x="182" y="794"/>
                      <a:pt x="208" y="801"/>
                      <a:pt x="237" y="804"/>
                    </a:cubicBezTo>
                    <a:cubicBezTo>
                      <a:pt x="241" y="805"/>
                      <a:pt x="245" y="805"/>
                      <a:pt x="248" y="805"/>
                    </a:cubicBezTo>
                    <a:cubicBezTo>
                      <a:pt x="258" y="805"/>
                      <a:pt x="266" y="802"/>
                      <a:pt x="276" y="794"/>
                    </a:cubicBezTo>
                    <a:cubicBezTo>
                      <a:pt x="282" y="795"/>
                      <a:pt x="289" y="795"/>
                      <a:pt x="296" y="795"/>
                    </a:cubicBezTo>
                    <a:cubicBezTo>
                      <a:pt x="483" y="795"/>
                      <a:pt x="745" y="749"/>
                      <a:pt x="723" y="558"/>
                    </a:cubicBezTo>
                    <a:cubicBezTo>
                      <a:pt x="700" y="396"/>
                      <a:pt x="551" y="338"/>
                      <a:pt x="402" y="322"/>
                    </a:cubicBezTo>
                    <a:cubicBezTo>
                      <a:pt x="431" y="283"/>
                      <a:pt x="451" y="234"/>
                      <a:pt x="444" y="176"/>
                    </a:cubicBezTo>
                    <a:cubicBezTo>
                      <a:pt x="438" y="90"/>
                      <a:pt x="372" y="1"/>
                      <a:pt x="2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2735" name="Google Shape;2735;p24"/>
            <p:cNvSpPr/>
            <p:nvPr/>
          </p:nvSpPr>
          <p:spPr>
            <a:xfrm rot="1928001">
              <a:off x="-208619" y="2100506"/>
              <a:ext cx="766803" cy="785631"/>
            </a:xfrm>
            <a:custGeom>
              <a:avLst/>
              <a:gdLst/>
              <a:ahLst/>
              <a:cxnLst/>
              <a:rect l="l" t="t" r="r" b="b"/>
              <a:pathLst>
                <a:path w="6399" h="6556" extrusionOk="0">
                  <a:moveTo>
                    <a:pt x="4209" y="1"/>
                  </a:moveTo>
                  <a:cubicBezTo>
                    <a:pt x="4183" y="1"/>
                    <a:pt x="4161" y="15"/>
                    <a:pt x="4157" y="50"/>
                  </a:cubicBezTo>
                  <a:cubicBezTo>
                    <a:pt x="4034" y="948"/>
                    <a:pt x="3930" y="1851"/>
                    <a:pt x="3787" y="2749"/>
                  </a:cubicBezTo>
                  <a:cubicBezTo>
                    <a:pt x="3726" y="3134"/>
                    <a:pt x="3655" y="3523"/>
                    <a:pt x="3528" y="3892"/>
                  </a:cubicBezTo>
                  <a:cubicBezTo>
                    <a:pt x="3428" y="4194"/>
                    <a:pt x="3140" y="4929"/>
                    <a:pt x="2735" y="5071"/>
                  </a:cubicBezTo>
                  <a:cubicBezTo>
                    <a:pt x="2783" y="3656"/>
                    <a:pt x="2913" y="2243"/>
                    <a:pt x="2816" y="831"/>
                  </a:cubicBezTo>
                  <a:lnTo>
                    <a:pt x="2816" y="831"/>
                  </a:lnTo>
                  <a:cubicBezTo>
                    <a:pt x="2845" y="883"/>
                    <a:pt x="2867" y="935"/>
                    <a:pt x="2890" y="993"/>
                  </a:cubicBezTo>
                  <a:cubicBezTo>
                    <a:pt x="2900" y="1024"/>
                    <a:pt x="2927" y="1037"/>
                    <a:pt x="2953" y="1037"/>
                  </a:cubicBezTo>
                  <a:cubicBezTo>
                    <a:pt x="2993" y="1037"/>
                    <a:pt x="3033" y="1006"/>
                    <a:pt x="3013" y="957"/>
                  </a:cubicBezTo>
                  <a:cubicBezTo>
                    <a:pt x="2961" y="815"/>
                    <a:pt x="2893" y="698"/>
                    <a:pt x="2799" y="575"/>
                  </a:cubicBezTo>
                  <a:cubicBezTo>
                    <a:pt x="2797" y="540"/>
                    <a:pt x="2761" y="510"/>
                    <a:pt x="2726" y="510"/>
                  </a:cubicBezTo>
                  <a:cubicBezTo>
                    <a:pt x="2707" y="510"/>
                    <a:pt x="2688" y="519"/>
                    <a:pt x="2676" y="543"/>
                  </a:cubicBezTo>
                  <a:cubicBezTo>
                    <a:pt x="2589" y="724"/>
                    <a:pt x="2498" y="909"/>
                    <a:pt x="2414" y="1090"/>
                  </a:cubicBezTo>
                  <a:cubicBezTo>
                    <a:pt x="2390" y="1143"/>
                    <a:pt x="2433" y="1190"/>
                    <a:pt x="2475" y="1190"/>
                  </a:cubicBezTo>
                  <a:cubicBezTo>
                    <a:pt x="2495" y="1190"/>
                    <a:pt x="2515" y="1180"/>
                    <a:pt x="2527" y="1155"/>
                  </a:cubicBezTo>
                  <a:cubicBezTo>
                    <a:pt x="2579" y="1058"/>
                    <a:pt x="2637" y="960"/>
                    <a:pt x="2689" y="863"/>
                  </a:cubicBezTo>
                  <a:lnTo>
                    <a:pt x="2689" y="863"/>
                  </a:lnTo>
                  <a:cubicBezTo>
                    <a:pt x="2773" y="2269"/>
                    <a:pt x="2586" y="3682"/>
                    <a:pt x="2579" y="5091"/>
                  </a:cubicBezTo>
                  <a:cubicBezTo>
                    <a:pt x="2524" y="5088"/>
                    <a:pt x="2472" y="5075"/>
                    <a:pt x="2411" y="5046"/>
                  </a:cubicBezTo>
                  <a:cubicBezTo>
                    <a:pt x="2229" y="4958"/>
                    <a:pt x="2090" y="4650"/>
                    <a:pt x="1993" y="4479"/>
                  </a:cubicBezTo>
                  <a:cubicBezTo>
                    <a:pt x="1889" y="4297"/>
                    <a:pt x="1795" y="4109"/>
                    <a:pt x="1704" y="3921"/>
                  </a:cubicBezTo>
                  <a:cubicBezTo>
                    <a:pt x="1523" y="3526"/>
                    <a:pt x="1374" y="3118"/>
                    <a:pt x="1261" y="2700"/>
                  </a:cubicBezTo>
                  <a:cubicBezTo>
                    <a:pt x="1031" y="1855"/>
                    <a:pt x="950" y="980"/>
                    <a:pt x="995" y="105"/>
                  </a:cubicBezTo>
                  <a:cubicBezTo>
                    <a:pt x="997" y="86"/>
                    <a:pt x="981" y="76"/>
                    <a:pt x="965" y="76"/>
                  </a:cubicBezTo>
                  <a:cubicBezTo>
                    <a:pt x="949" y="76"/>
                    <a:pt x="932" y="86"/>
                    <a:pt x="930" y="105"/>
                  </a:cubicBezTo>
                  <a:cubicBezTo>
                    <a:pt x="833" y="1103"/>
                    <a:pt x="946" y="2107"/>
                    <a:pt x="1244" y="3063"/>
                  </a:cubicBezTo>
                  <a:cubicBezTo>
                    <a:pt x="1390" y="3523"/>
                    <a:pt x="1578" y="3970"/>
                    <a:pt x="1808" y="4394"/>
                  </a:cubicBezTo>
                  <a:cubicBezTo>
                    <a:pt x="1921" y="4605"/>
                    <a:pt x="2067" y="4942"/>
                    <a:pt x="2291" y="5114"/>
                  </a:cubicBezTo>
                  <a:cubicBezTo>
                    <a:pt x="1546" y="5084"/>
                    <a:pt x="794" y="5052"/>
                    <a:pt x="49" y="5016"/>
                  </a:cubicBezTo>
                  <a:cubicBezTo>
                    <a:pt x="48" y="5016"/>
                    <a:pt x="47" y="5016"/>
                    <a:pt x="46" y="5016"/>
                  </a:cubicBezTo>
                  <a:cubicBezTo>
                    <a:pt x="0" y="5016"/>
                    <a:pt x="1" y="5091"/>
                    <a:pt x="49" y="5094"/>
                  </a:cubicBezTo>
                  <a:cubicBezTo>
                    <a:pt x="891" y="5175"/>
                    <a:pt x="1740" y="5227"/>
                    <a:pt x="2586" y="5269"/>
                  </a:cubicBezTo>
                  <a:cubicBezTo>
                    <a:pt x="2589" y="5690"/>
                    <a:pt x="2608" y="6108"/>
                    <a:pt x="2663" y="6523"/>
                  </a:cubicBezTo>
                  <a:cubicBezTo>
                    <a:pt x="2665" y="6544"/>
                    <a:pt x="2683" y="6556"/>
                    <a:pt x="2699" y="6556"/>
                  </a:cubicBezTo>
                  <a:cubicBezTo>
                    <a:pt x="2715" y="6556"/>
                    <a:pt x="2730" y="6545"/>
                    <a:pt x="2728" y="6523"/>
                  </a:cubicBezTo>
                  <a:cubicBezTo>
                    <a:pt x="2715" y="6108"/>
                    <a:pt x="2718" y="5690"/>
                    <a:pt x="2731" y="5272"/>
                  </a:cubicBezTo>
                  <a:cubicBezTo>
                    <a:pt x="3836" y="5321"/>
                    <a:pt x="4941" y="5337"/>
                    <a:pt x="6049" y="5347"/>
                  </a:cubicBezTo>
                  <a:cubicBezTo>
                    <a:pt x="6026" y="5363"/>
                    <a:pt x="6007" y="5373"/>
                    <a:pt x="5987" y="5389"/>
                  </a:cubicBezTo>
                  <a:cubicBezTo>
                    <a:pt x="5880" y="5450"/>
                    <a:pt x="5777" y="5515"/>
                    <a:pt x="5666" y="5577"/>
                  </a:cubicBezTo>
                  <a:cubicBezTo>
                    <a:pt x="5605" y="5616"/>
                    <a:pt x="5644" y="5698"/>
                    <a:pt x="5704" y="5698"/>
                  </a:cubicBezTo>
                  <a:cubicBezTo>
                    <a:pt x="5713" y="5698"/>
                    <a:pt x="5724" y="5695"/>
                    <a:pt x="5734" y="5690"/>
                  </a:cubicBezTo>
                  <a:cubicBezTo>
                    <a:pt x="5854" y="5632"/>
                    <a:pt x="5961" y="5567"/>
                    <a:pt x="6068" y="5496"/>
                  </a:cubicBezTo>
                  <a:lnTo>
                    <a:pt x="6334" y="5337"/>
                  </a:lnTo>
                  <a:cubicBezTo>
                    <a:pt x="6373" y="5318"/>
                    <a:pt x="6376" y="5272"/>
                    <a:pt x="6356" y="5243"/>
                  </a:cubicBezTo>
                  <a:lnTo>
                    <a:pt x="6373" y="5227"/>
                  </a:lnTo>
                  <a:cubicBezTo>
                    <a:pt x="6399" y="5191"/>
                    <a:pt x="6399" y="5139"/>
                    <a:pt x="6360" y="5120"/>
                  </a:cubicBezTo>
                  <a:cubicBezTo>
                    <a:pt x="6204" y="5042"/>
                    <a:pt x="6052" y="4987"/>
                    <a:pt x="5880" y="4958"/>
                  </a:cubicBezTo>
                  <a:cubicBezTo>
                    <a:pt x="5875" y="4957"/>
                    <a:pt x="5871" y="4957"/>
                    <a:pt x="5866" y="4957"/>
                  </a:cubicBezTo>
                  <a:cubicBezTo>
                    <a:pt x="5793" y="4957"/>
                    <a:pt x="5768" y="5072"/>
                    <a:pt x="5845" y="5088"/>
                  </a:cubicBezTo>
                  <a:cubicBezTo>
                    <a:pt x="5974" y="5110"/>
                    <a:pt x="6091" y="5149"/>
                    <a:pt x="6214" y="5201"/>
                  </a:cubicBezTo>
                  <a:lnTo>
                    <a:pt x="6201" y="5214"/>
                  </a:lnTo>
                  <a:cubicBezTo>
                    <a:pt x="5090" y="5208"/>
                    <a:pt x="3985" y="5175"/>
                    <a:pt x="2880" y="5136"/>
                  </a:cubicBezTo>
                  <a:cubicBezTo>
                    <a:pt x="3039" y="5039"/>
                    <a:pt x="3169" y="4877"/>
                    <a:pt x="3266" y="4735"/>
                  </a:cubicBezTo>
                  <a:cubicBezTo>
                    <a:pt x="3538" y="4333"/>
                    <a:pt x="3700" y="3863"/>
                    <a:pt x="3804" y="3393"/>
                  </a:cubicBezTo>
                  <a:cubicBezTo>
                    <a:pt x="4050" y="2311"/>
                    <a:pt x="4134" y="1184"/>
                    <a:pt x="4286" y="86"/>
                  </a:cubicBezTo>
                  <a:cubicBezTo>
                    <a:pt x="4292" y="35"/>
                    <a:pt x="4247" y="1"/>
                    <a:pt x="42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736" name="Google Shape;2736;p2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37" name="Google Shape;2737;p24"/>
          <p:cNvSpPr txBox="1">
            <a:spLocks noGrp="1"/>
          </p:cNvSpPr>
          <p:nvPr>
            <p:ph type="subTitle" idx="1"/>
          </p:nvPr>
        </p:nvSpPr>
        <p:spPr>
          <a:xfrm>
            <a:off x="2178200" y="4039867"/>
            <a:ext cx="7835600" cy="15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8" name="Google Shape;2738;p24"/>
          <p:cNvSpPr txBox="1">
            <a:spLocks noGrp="1"/>
          </p:cNvSpPr>
          <p:nvPr>
            <p:ph type="subTitle" idx="2"/>
          </p:nvPr>
        </p:nvSpPr>
        <p:spPr>
          <a:xfrm>
            <a:off x="2178200" y="2041600"/>
            <a:ext cx="7835600" cy="15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993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EB23FF-074B-E0AB-CD09-D0FBA6ED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EFC24-964A-6284-18CC-5E0ED5A63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3DB63-1600-B53D-4F0D-A91AF3A39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AC3BE-8B96-4EF0-A271-E2207B2CF34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F8601-401F-92D5-1776-9F537B50C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9342D-B975-ECF5-2652-45A86BA59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0BE28-0AB3-429F-9888-BEB2BBC0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6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 4">
            <a:hlinkClick r:id="" action="ppaction://media"/>
            <a:extLst>
              <a:ext uri="{FF2B5EF4-FFF2-40B4-BE49-F238E27FC236}">
                <a16:creationId xmlns:a16="http://schemas.microsoft.com/office/drawing/2014/main" id="{A7D7E98F-2B09-19A9-BEAD-0C007F65FE5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399307" y="0"/>
            <a:ext cx="12591307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850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7">
          <a:extLst>
            <a:ext uri="{FF2B5EF4-FFF2-40B4-BE49-F238E27FC236}">
              <a16:creationId xmlns:a16="http://schemas.microsoft.com/office/drawing/2014/main" id="{1BB29861-CFD0-C889-F17F-AB9434352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02F031-3745-F5B3-8003-7E79181DD741}"/>
              </a:ext>
            </a:extLst>
          </p:cNvPr>
          <p:cNvSpPr txBox="1"/>
          <p:nvPr/>
        </p:nvSpPr>
        <p:spPr>
          <a:xfrm>
            <a:off x="2666415" y="601910"/>
            <a:ext cx="90898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effectLst/>
              </a:rPr>
              <a:t>Project Overview</a:t>
            </a:r>
          </a:p>
          <a:p>
            <a:r>
              <a:rPr lang="en-US" b="1" dirty="0">
                <a:latin typeface="Bahnschrift" panose="020B0502040204020203" pitchFamily="34" charset="0"/>
              </a:rPr>
              <a:t>Our project simulates an airport runway system where multiple flights request runway access</a:t>
            </a:r>
            <a:r>
              <a:rPr lang="en-US" dirty="0">
                <a:latin typeface="Bahnschrift" panose="020B0502040204020203" pitchFamily="34" charset="0"/>
              </a:rPr>
              <a:t>.</a:t>
            </a:r>
            <a:endParaRPr lang="en-US" b="1" dirty="0">
              <a:solidFill>
                <a:schemeClr val="accent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CEDCA-11E5-6531-8B29-507844707F8C}"/>
              </a:ext>
            </a:extLst>
          </p:cNvPr>
          <p:cNvSpPr txBox="1"/>
          <p:nvPr/>
        </p:nvSpPr>
        <p:spPr>
          <a:xfrm>
            <a:off x="2666415" y="1902010"/>
            <a:ext cx="90141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effectLst/>
              </a:rPr>
              <a:t>OS Concepts</a:t>
            </a:r>
          </a:p>
          <a:p>
            <a:r>
              <a:rPr lang="en-US" b="1" dirty="0">
                <a:latin typeface="Bahnschrift" panose="020B0502040204020203" pitchFamily="34" charset="0"/>
              </a:rPr>
              <a:t>We use threads, mutexes, semaphores, queues, and priority scheduling.</a:t>
            </a:r>
            <a:endParaRPr lang="en-US" b="1" dirty="0">
              <a:solidFill>
                <a:schemeClr val="accent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439B0-195F-46F0-D934-0F7970495A05}"/>
              </a:ext>
            </a:extLst>
          </p:cNvPr>
          <p:cNvSpPr txBox="1"/>
          <p:nvPr/>
        </p:nvSpPr>
        <p:spPr>
          <a:xfrm>
            <a:off x="2666415" y="2850740"/>
            <a:ext cx="86414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Bahnschrift" panose="020B0502040204020203" pitchFamily="34" charset="0"/>
              </a:rPr>
              <a:t>System Architecture &amp; Scheduling</a:t>
            </a:r>
            <a:endParaRPr lang="en-US" sz="1600" b="1" dirty="0">
              <a:latin typeface="Bahnschrift" panose="020B0502040204020203" pitchFamily="34" charset="0"/>
            </a:endParaRPr>
          </a:p>
          <a:p>
            <a:r>
              <a:rPr lang="en-US" b="1" dirty="0">
                <a:latin typeface="Bahnschrift" panose="020B0502040204020203" pitchFamily="34" charset="0"/>
              </a:rPr>
              <a:t>Flight threads send requests to queues, and the controller manages the runway</a:t>
            </a:r>
            <a:r>
              <a:rPr lang="en-US" sz="24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BD933-B035-F193-2A64-0CBC64A194E9}"/>
              </a:ext>
            </a:extLst>
          </p:cNvPr>
          <p:cNvSpPr txBox="1"/>
          <p:nvPr/>
        </p:nvSpPr>
        <p:spPr>
          <a:xfrm>
            <a:off x="2666415" y="3947880"/>
            <a:ext cx="872120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effectLst/>
              </a:rPr>
              <a:t>Synchronization &amp; Preventions</a:t>
            </a:r>
          </a:p>
          <a:p>
            <a:r>
              <a:rPr lang="en-US" b="1" dirty="0">
                <a:latin typeface="Bahnschrift" panose="020B0502040204020203" pitchFamily="34" charset="0"/>
              </a:rPr>
              <a:t>Mutexes prevent race conditions, while a semaphore ensures only one flight uses the runway</a:t>
            </a:r>
            <a:r>
              <a:rPr lang="en-US" sz="2400" b="1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5B62B-3482-FB90-E96C-BE0A299172EB}"/>
              </a:ext>
            </a:extLst>
          </p:cNvPr>
          <p:cNvSpPr txBox="1"/>
          <p:nvPr/>
        </p:nvSpPr>
        <p:spPr>
          <a:xfrm>
            <a:off x="2666415" y="5175708"/>
            <a:ext cx="8231072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ea typeface="Vazirmatn"/>
                <a:cs typeface="Vazirmatn"/>
                <a:sym typeface="Vazirmatn"/>
              </a:rPr>
              <a:t>Conclusion</a:t>
            </a:r>
          </a:p>
          <a:p>
            <a:r>
              <a:rPr lang="en-US" b="1" dirty="0">
                <a:latin typeface="Bahnschrift" panose="020B0502040204020203" pitchFamily="34" charset="0"/>
              </a:rPr>
              <a:t>The project demonstrates concurrency, synchronization, scheduling, and resource management in Operating Systems</a:t>
            </a:r>
            <a:r>
              <a:rPr lang="en-US" sz="2000" b="1" dirty="0"/>
              <a:t>. </a:t>
            </a:r>
            <a:endParaRPr lang="en-US" sz="2000" b="1" dirty="0">
              <a:solidFill>
                <a:srgbClr val="0070C0"/>
              </a:solidFill>
              <a:ea typeface="Vazirmatn"/>
              <a:cs typeface="Vazirmatn"/>
              <a:sym typeface="Vazirmatn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3D7014-C7BB-40A5-B9C6-73192F35AD2A}"/>
              </a:ext>
            </a:extLst>
          </p:cNvPr>
          <p:cNvGrpSpPr/>
          <p:nvPr/>
        </p:nvGrpSpPr>
        <p:grpSpPr>
          <a:xfrm>
            <a:off x="1442695" y="448178"/>
            <a:ext cx="10313579" cy="1058684"/>
            <a:chOff x="1397377" y="1671925"/>
            <a:chExt cx="7735184" cy="794013"/>
          </a:xfrm>
          <a:solidFill>
            <a:schemeClr val="bg1">
              <a:lumMod val="85000"/>
            </a:schemeClr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E19BF3-2991-4D82-A425-6C2725199C5C}"/>
                </a:ext>
              </a:extLst>
            </p:cNvPr>
            <p:cNvSpPr/>
            <p:nvPr/>
          </p:nvSpPr>
          <p:spPr>
            <a:xfrm>
              <a:off x="1397377" y="1671925"/>
              <a:ext cx="7735184" cy="794013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42900" sx="96000" sy="96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8FEFB5-A843-4C21-9F6F-0533879A3621}"/>
                </a:ext>
              </a:extLst>
            </p:cNvPr>
            <p:cNvSpPr txBox="1"/>
            <p:nvPr/>
          </p:nvSpPr>
          <p:spPr>
            <a:xfrm>
              <a:off x="8679017" y="1709269"/>
              <a:ext cx="453544" cy="746407"/>
            </a:xfrm>
            <a:prstGeom prst="rect">
              <a:avLst/>
            </a:prstGeom>
            <a:grp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5867" b="1" dirty="0"/>
                <a:t>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2E681C-A366-43A3-8CC7-4BC011C22E26}"/>
              </a:ext>
            </a:extLst>
          </p:cNvPr>
          <p:cNvGrpSpPr/>
          <p:nvPr/>
        </p:nvGrpSpPr>
        <p:grpSpPr>
          <a:xfrm>
            <a:off x="1442695" y="1628497"/>
            <a:ext cx="10340007" cy="1034132"/>
            <a:chOff x="1218590" y="1319059"/>
            <a:chExt cx="7584556" cy="775599"/>
          </a:xfrm>
          <a:solidFill>
            <a:schemeClr val="bg1">
              <a:lumMod val="8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97D1A0-148C-46BA-84D6-BAC3D7473DA1}"/>
                </a:ext>
              </a:extLst>
            </p:cNvPr>
            <p:cNvSpPr/>
            <p:nvPr/>
          </p:nvSpPr>
          <p:spPr>
            <a:xfrm>
              <a:off x="1218590" y="1319059"/>
              <a:ext cx="7584556" cy="775599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42900" sx="96000" sy="96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4603D2C-6DF4-4E14-A47F-992EC3D3A61F}"/>
                </a:ext>
              </a:extLst>
            </p:cNvPr>
            <p:cNvSpPr txBox="1"/>
            <p:nvPr/>
          </p:nvSpPr>
          <p:spPr>
            <a:xfrm>
              <a:off x="8365445" y="1332600"/>
              <a:ext cx="364710" cy="74640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5867" b="1" dirty="0"/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51C8E0-2B48-40DE-B09B-9AC967FF9F3B}"/>
              </a:ext>
            </a:extLst>
          </p:cNvPr>
          <p:cNvGrpSpPr/>
          <p:nvPr/>
        </p:nvGrpSpPr>
        <p:grpSpPr>
          <a:xfrm>
            <a:off x="1442695" y="2821152"/>
            <a:ext cx="10352355" cy="1034132"/>
            <a:chOff x="1157179" y="2245952"/>
            <a:chExt cx="7584556" cy="775599"/>
          </a:xfrm>
          <a:solidFill>
            <a:schemeClr val="bg1">
              <a:lumMod val="8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715855-43E9-4E93-BD8B-B1400B4EC46F}"/>
                </a:ext>
              </a:extLst>
            </p:cNvPr>
            <p:cNvSpPr/>
            <p:nvPr/>
          </p:nvSpPr>
          <p:spPr>
            <a:xfrm>
              <a:off x="1157179" y="2245952"/>
              <a:ext cx="7584556" cy="775599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42900" sx="96000" sy="96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6E32AE-34ED-4162-B732-A44843DDD879}"/>
                </a:ext>
              </a:extLst>
            </p:cNvPr>
            <p:cNvSpPr txBox="1"/>
            <p:nvPr/>
          </p:nvSpPr>
          <p:spPr>
            <a:xfrm>
              <a:off x="8311483" y="2246149"/>
              <a:ext cx="352978" cy="74640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5867" b="1" dirty="0"/>
                <a:t>3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111FCA-03D2-49CC-9151-10D38E7D97E6}"/>
              </a:ext>
            </a:extLst>
          </p:cNvPr>
          <p:cNvGrpSpPr/>
          <p:nvPr/>
        </p:nvGrpSpPr>
        <p:grpSpPr>
          <a:xfrm>
            <a:off x="1405873" y="5157239"/>
            <a:ext cx="10324429" cy="1034132"/>
            <a:chOff x="1218152" y="3909279"/>
            <a:chExt cx="7743322" cy="775599"/>
          </a:xfrm>
          <a:solidFill>
            <a:schemeClr val="bg1">
              <a:lumMod val="85000"/>
            </a:schemeClr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970E07-239A-4A3D-8DF8-1ACF588D816E}"/>
                </a:ext>
              </a:extLst>
            </p:cNvPr>
            <p:cNvSpPr/>
            <p:nvPr/>
          </p:nvSpPr>
          <p:spPr>
            <a:xfrm>
              <a:off x="1218152" y="3909279"/>
              <a:ext cx="7743322" cy="775599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42900" sx="96000" sy="96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C1101D-14FC-47C0-95BA-782360A79FDB}"/>
                </a:ext>
              </a:extLst>
            </p:cNvPr>
            <p:cNvSpPr txBox="1"/>
            <p:nvPr/>
          </p:nvSpPr>
          <p:spPr>
            <a:xfrm>
              <a:off x="8505911" y="3911889"/>
              <a:ext cx="344379" cy="74640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5867" b="1" dirty="0"/>
                <a:t>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07E7213-3F6D-4DC3-B6D3-1D7B5DD646B4}"/>
              </a:ext>
            </a:extLst>
          </p:cNvPr>
          <p:cNvGrpSpPr/>
          <p:nvPr/>
        </p:nvGrpSpPr>
        <p:grpSpPr>
          <a:xfrm>
            <a:off x="1442695" y="4007747"/>
            <a:ext cx="10327340" cy="1034132"/>
            <a:chOff x="1049289" y="1771857"/>
            <a:chExt cx="7584556" cy="775599"/>
          </a:xfrm>
          <a:solidFill>
            <a:schemeClr val="bg1">
              <a:lumMod val="85000"/>
            </a:schemeClr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0B3A6C8-B343-43CD-BBD9-727049B55B5C}"/>
                </a:ext>
              </a:extLst>
            </p:cNvPr>
            <p:cNvSpPr/>
            <p:nvPr/>
          </p:nvSpPr>
          <p:spPr>
            <a:xfrm>
              <a:off x="1049289" y="1771857"/>
              <a:ext cx="7584556" cy="775599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42900" sx="96000" sy="96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78D66DA-13D2-4D4A-B3FA-B324295C2F3B}"/>
                </a:ext>
              </a:extLst>
            </p:cNvPr>
            <p:cNvSpPr txBox="1"/>
            <p:nvPr/>
          </p:nvSpPr>
          <p:spPr>
            <a:xfrm>
              <a:off x="8196250" y="1778015"/>
              <a:ext cx="353833" cy="74640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5867" b="1" dirty="0"/>
                <a:t>4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6A1973-0913-9923-D181-2C35ED05D6CB}"/>
              </a:ext>
            </a:extLst>
          </p:cNvPr>
          <p:cNvGrpSpPr/>
          <p:nvPr/>
        </p:nvGrpSpPr>
        <p:grpSpPr>
          <a:xfrm>
            <a:off x="435726" y="478245"/>
            <a:ext cx="1145957" cy="5866615"/>
            <a:chOff x="552893" y="478956"/>
            <a:chExt cx="859468" cy="4294087"/>
          </a:xfrm>
          <a:solidFill>
            <a:schemeClr val="bg1">
              <a:lumMod val="85000"/>
            </a:schemeClr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C2367EE-7C3B-21D1-844D-2E67A1878DC2}"/>
                </a:ext>
              </a:extLst>
            </p:cNvPr>
            <p:cNvSpPr/>
            <p:nvPr/>
          </p:nvSpPr>
          <p:spPr>
            <a:xfrm>
              <a:off x="552893" y="478956"/>
              <a:ext cx="859468" cy="4294087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37D0BA9-C31A-FC0F-B727-E3F76F601D52}"/>
                </a:ext>
              </a:extLst>
            </p:cNvPr>
            <p:cNvSpPr txBox="1"/>
            <p:nvPr/>
          </p:nvSpPr>
          <p:spPr>
            <a:xfrm rot="16200000">
              <a:off x="-836086" y="2328815"/>
              <a:ext cx="3665042" cy="39241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" sz="2800" b="1" dirty="0"/>
                <a:t>Contents of this Presentation</a:t>
              </a:r>
              <a:endParaRPr lang="en-US" sz="2800" b="1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570968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0.00393 L -0.78334 0.003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141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6 0.00416 L -0.77983 0.00394 " pathEditMode="fixed" rAng="0" ptsTypes="AA">
                                      <p:cBhvr>
                                        <p:cTn id="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89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1 0.00162 L -0.78959 0.00393 " pathEditMode="fixed" rAng="0" ptsTypes="AA"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53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1 0.00393 L -0.78217 0.00833 " pathEditMode="fixed" rAng="0" ptsTypes="AA">
                                      <p:cBhvr>
                                        <p:cTn id="1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89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55 -0.00208 L -0.77461 -0.0018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2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BC51C4-6276-F8E5-D6BA-D91BD13A235C}"/>
              </a:ext>
            </a:extLst>
          </p:cNvPr>
          <p:cNvSpPr txBox="1"/>
          <p:nvPr/>
        </p:nvSpPr>
        <p:spPr>
          <a:xfrm>
            <a:off x="3342405" y="386951"/>
            <a:ext cx="5507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/>
                </a:solidFill>
                <a:effectLst/>
                <a:latin typeface="+mj-lt"/>
              </a:rPr>
              <a:t>Project </a:t>
            </a:r>
            <a:r>
              <a:rPr lang="en-US" sz="4800" b="1" dirty="0">
                <a:solidFill>
                  <a:schemeClr val="accent1"/>
                </a:solidFill>
                <a:effectLst/>
                <a:latin typeface="+mj-lt"/>
                <a:cs typeface="NikoshBAN" panose="02000000000000000000" pitchFamily="2" charset="0"/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C8DA6-9705-A401-7F6E-7953EEC1F66B}"/>
              </a:ext>
            </a:extLst>
          </p:cNvPr>
          <p:cNvSpPr txBox="1"/>
          <p:nvPr/>
        </p:nvSpPr>
        <p:spPr>
          <a:xfrm>
            <a:off x="885370" y="2133599"/>
            <a:ext cx="905767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What is our project?</a:t>
            </a:r>
            <a:endParaRPr lang="en-US" sz="32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Simulates an airport runway management system.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Multiple flights can request: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/>
                </a:solidFill>
                <a:latin typeface="Bahnschrift" panose="020B0502040204020203" pitchFamily="34" charset="0"/>
              </a:rPr>
              <a:t>Landing</a:t>
            </a:r>
            <a:r>
              <a:rPr lang="en-US" sz="2400" dirty="0">
                <a:solidFill>
                  <a:schemeClr val="accent6"/>
                </a:solidFill>
                <a:latin typeface="Bahnschrift" panose="020B0502040204020203" pitchFamily="34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Takeoff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Bahnschrift" panose="020B0502040204020203" pitchFamily="34" charset="0"/>
              </a:rPr>
              <a:t>Emergency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Only one flight can use the runway at a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Uses OS concepts to safely manage concurrent requests.</a:t>
            </a:r>
          </a:p>
        </p:txBody>
      </p:sp>
    </p:spTree>
    <p:extLst>
      <p:ext uri="{BB962C8B-B14F-4D97-AF65-F5344CB8AC3E}">
        <p14:creationId xmlns:p14="http://schemas.microsoft.com/office/powerpoint/2010/main" val="2287302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230371-AA9F-D17D-4DBD-A07124EE23DD}"/>
              </a:ext>
            </a:extLst>
          </p:cNvPr>
          <p:cNvSpPr txBox="1"/>
          <p:nvPr/>
        </p:nvSpPr>
        <p:spPr>
          <a:xfrm>
            <a:off x="870856" y="1382286"/>
            <a:ext cx="9797143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Why is this system needed?</a:t>
            </a:r>
            <a:endParaRPr lang="en-US" sz="36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US" sz="2400" dirty="0"/>
              <a:t>In a real airport, many aircraft may request runway access simultaneously.</a:t>
            </a:r>
          </a:p>
          <a:p>
            <a:endParaRPr lang="en-US" sz="2400" dirty="0"/>
          </a:p>
          <a:p>
            <a:r>
              <a:rPr lang="en-US" sz="2400" dirty="0"/>
              <a:t>Without proper coordination: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Multiple flights</a:t>
            </a:r>
            <a:r>
              <a:rPr lang="en-US" sz="2400" b="1" dirty="0"/>
              <a:t> </a:t>
            </a:r>
            <a:r>
              <a:rPr lang="en-US" sz="2400" dirty="0"/>
              <a:t>may try to use the runway.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Emergency flights may not get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priority</a:t>
            </a:r>
            <a:r>
              <a:rPr lang="en-US" sz="2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Landing and takeoff may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conflict</a:t>
            </a:r>
            <a:r>
              <a:rPr lang="en-US" sz="2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Race conditions </a:t>
            </a:r>
            <a:r>
              <a:rPr lang="en-US" sz="2400" dirty="0"/>
              <a:t>may occur.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Runway resources may be allocated incorrectly. </a:t>
            </a:r>
          </a:p>
        </p:txBody>
      </p:sp>
    </p:spTree>
    <p:extLst>
      <p:ext uri="{BB962C8B-B14F-4D97-AF65-F5344CB8AC3E}">
        <p14:creationId xmlns:p14="http://schemas.microsoft.com/office/powerpoint/2010/main" val="39940791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BC51C4-6276-F8E5-D6BA-D91BD13A235C}"/>
              </a:ext>
            </a:extLst>
          </p:cNvPr>
          <p:cNvSpPr txBox="1"/>
          <p:nvPr/>
        </p:nvSpPr>
        <p:spPr>
          <a:xfrm>
            <a:off x="3680062" y="237570"/>
            <a:ext cx="55071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/>
                </a:solidFill>
                <a:effectLst/>
                <a:latin typeface="+mj-lt"/>
                <a:ea typeface="Nirmala UI Semilight" panose="020B0402040204020203" pitchFamily="34" charset="0"/>
                <a:cs typeface="Nirmala UI Semilight" panose="020B0402040204020203" pitchFamily="34" charset="0"/>
              </a:rPr>
              <a:t>OS Concepts Used</a:t>
            </a:r>
          </a:p>
          <a:p>
            <a:endParaRPr lang="en-US" sz="4800" b="1" dirty="0">
              <a:solidFill>
                <a:schemeClr val="accent1"/>
              </a:solidFill>
              <a:effectLst/>
              <a:latin typeface="+mj-lt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851E84-759D-4BC8-3B0F-53CF20EEC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233229"/>
              </p:ext>
            </p:extLst>
          </p:nvPr>
        </p:nvGraphicFramePr>
        <p:xfrm>
          <a:off x="1012372" y="1459085"/>
          <a:ext cx="10599056" cy="3362651"/>
        </p:xfrm>
        <a:graphic>
          <a:graphicData uri="http://schemas.openxmlformats.org/drawingml/2006/table">
            <a:tbl>
              <a:tblPr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5299528">
                  <a:extLst>
                    <a:ext uri="{9D8B030D-6E8A-4147-A177-3AD203B41FA5}">
                      <a16:colId xmlns:a16="http://schemas.microsoft.com/office/drawing/2014/main" val="3483131153"/>
                    </a:ext>
                  </a:extLst>
                </a:gridCol>
                <a:gridCol w="5299528">
                  <a:extLst>
                    <a:ext uri="{9D8B030D-6E8A-4147-A177-3AD203B41FA5}">
                      <a16:colId xmlns:a16="http://schemas.microsoft.com/office/drawing/2014/main" val="746112566"/>
                    </a:ext>
                  </a:extLst>
                </a:gridCol>
              </a:tblGrid>
              <a:tr h="57976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Concept</a:t>
                      </a:r>
                      <a:endParaRPr lang="en-US" b="1" dirty="0">
                        <a:solidFill>
                          <a:schemeClr val="tx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Use in 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411994"/>
                  </a:ext>
                </a:extLst>
              </a:tr>
              <a:tr h="46381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Multithreading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Each flight runs as a thread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023514"/>
                  </a:ext>
                </a:extLst>
              </a:tr>
              <a:tr h="46381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Mutex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Protects shared queues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388121"/>
                  </a:ext>
                </a:extLst>
              </a:tr>
              <a:tr h="46381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Semaphore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Controls runway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259850"/>
                  </a:ext>
                </a:extLst>
              </a:tr>
              <a:tr h="46381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Priority Scheduling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Emergency flights get priority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479621"/>
                  </a:ext>
                </a:extLst>
              </a:tr>
              <a:tr h="463814">
                <a:tc>
                  <a:txBody>
                    <a:bodyPr/>
                    <a:lstStyle/>
                    <a:p>
                      <a:r>
                        <a:rPr lang="en-US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Queues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Store flight requests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139044"/>
                  </a:ext>
                </a:extLst>
              </a:tr>
              <a:tr h="46381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Critical Section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Protect shared 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4691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FD79723-5369-AB19-D87E-1EAF1AB31F36}"/>
              </a:ext>
            </a:extLst>
          </p:cNvPr>
          <p:cNvSpPr txBox="1"/>
          <p:nvPr/>
        </p:nvSpPr>
        <p:spPr>
          <a:xfrm>
            <a:off x="1930399" y="5221521"/>
            <a:ext cx="896982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These concepts directly demonstrate thread management, synchronization, resource allocation, and concurrent execution.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0184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D5EB2B-7E06-4A07-B134-F2ECAA7B8021}"/>
              </a:ext>
            </a:extLst>
          </p:cNvPr>
          <p:cNvSpPr txBox="1"/>
          <p:nvPr/>
        </p:nvSpPr>
        <p:spPr>
          <a:xfrm>
            <a:off x="2137766" y="418558"/>
            <a:ext cx="9952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effectLst/>
                <a:latin typeface="+mj-lt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System Architecture </a:t>
            </a:r>
            <a:r>
              <a:rPr lang="en-US" sz="3600" b="1" dirty="0">
                <a:solidFill>
                  <a:schemeClr val="accent1"/>
                </a:solidFill>
              </a:rPr>
              <a:t>&amp; Scheduling</a:t>
            </a:r>
            <a:endParaRPr lang="en-US" sz="3600" b="1" dirty="0">
              <a:solidFill>
                <a:schemeClr val="accent1"/>
              </a:solidFill>
              <a:effectLst/>
              <a:latin typeface="+mj-lt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693CBB-AA8B-1FD2-2E45-926DA6A4B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114" y="1290508"/>
            <a:ext cx="10089772" cy="3369077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E8FE0F3C-94AC-AEB0-8554-546349CFC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8228" y="5059660"/>
            <a:ext cx="1355634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10 random flights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Randomly assign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Landing, Takeoff, or Emergency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Create all flight threads concurrently.</a:t>
            </a:r>
          </a:p>
        </p:txBody>
      </p:sp>
    </p:spTree>
    <p:extLst>
      <p:ext uri="{BB962C8B-B14F-4D97-AF65-F5344CB8AC3E}">
        <p14:creationId xmlns:p14="http://schemas.microsoft.com/office/powerpoint/2010/main" val="23018156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D98A6F-D113-2CB9-7042-AF2328857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9078"/>
            <a:ext cx="7974388" cy="55044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0081A6-11B5-707C-395E-06D11F4E0E60}"/>
              </a:ext>
            </a:extLst>
          </p:cNvPr>
          <p:cNvSpPr txBox="1"/>
          <p:nvPr/>
        </p:nvSpPr>
        <p:spPr>
          <a:xfrm>
            <a:off x="3675744" y="214478"/>
            <a:ext cx="9876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Priority Scheduling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12813-E2A8-58E0-058E-B57B87A1D6E7}"/>
              </a:ext>
            </a:extLst>
          </p:cNvPr>
          <p:cNvSpPr txBox="1"/>
          <p:nvPr/>
        </p:nvSpPr>
        <p:spPr>
          <a:xfrm>
            <a:off x="8105017" y="5271493"/>
            <a:ext cx="9876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Runway Priority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Emergency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&gt;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</a:rPr>
              <a:t>Landing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&gt;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Takeoff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2D585BE-6E6B-DDED-0AB2-065C7A703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4388" y="1843950"/>
            <a:ext cx="398538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1st Priority — Emergency: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Emergency flights are handled first because they require immediate attention.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2nd Priority — Landing: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After emergencies, normal landing requests are processed.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3rd Priority — Takeoff: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Takeoff requests are processed after landing requests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535862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98B51C-1761-4203-80BC-1E32AACC9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6885" y="22796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Synchronization &amp; Preventions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58EB59-FCD6-5F0A-865F-2157E0AAA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72" y="1881281"/>
            <a:ext cx="766354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do we prevent conflicts?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Mutex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Protects landing queue.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Protects takeoff queue.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Protects emergency queue.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Prevents race conditions.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Semaphore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Controls runway access.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Runway semaphore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Therefore, only one flight can use the runway at a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284EA9-8F1B-321B-C443-95C0E90A5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522" y="1553528"/>
            <a:ext cx="4869242" cy="35354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41765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7A5ECC-E7B9-FB72-12C1-1D5C3813F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0" y="1290089"/>
            <a:ext cx="6234011" cy="42778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3554F8-89B5-D7FD-8D67-989308C3ABD7}"/>
              </a:ext>
            </a:extLst>
          </p:cNvPr>
          <p:cNvSpPr txBox="1"/>
          <p:nvPr/>
        </p:nvSpPr>
        <p:spPr>
          <a:xfrm>
            <a:off x="2787912" y="285031"/>
            <a:ext cx="7424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Main Threads &amp; Functions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2D26A6-0127-790B-0809-4C43BC126A9A}"/>
              </a:ext>
            </a:extLst>
          </p:cNvPr>
          <p:cNvSpPr txBox="1"/>
          <p:nvPr/>
        </p:nvSpPr>
        <p:spPr>
          <a:xfrm>
            <a:off x="166789" y="2356065"/>
            <a:ext cx="8890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Flight Thread</a:t>
            </a:r>
            <a:endParaRPr lang="en-US" sz="28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Creates a flight request.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Determines flight type.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Adds it to the appropriate queue.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Terminates. </a:t>
            </a:r>
          </a:p>
        </p:txBody>
      </p:sp>
    </p:spTree>
    <p:extLst>
      <p:ext uri="{BB962C8B-B14F-4D97-AF65-F5344CB8AC3E}">
        <p14:creationId xmlns:p14="http://schemas.microsoft.com/office/powerpoint/2010/main" val="21958807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68B83D-9883-6F55-1AE7-AAE585A55C24}"/>
              </a:ext>
            </a:extLst>
          </p:cNvPr>
          <p:cNvSpPr txBox="1"/>
          <p:nvPr/>
        </p:nvSpPr>
        <p:spPr>
          <a:xfrm>
            <a:off x="7721089" y="4196268"/>
            <a:ext cx="646588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Function</a:t>
            </a:r>
            <a:endParaRPr lang="en-US" sz="24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Initializes synchronization tools.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Creates threads.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Waits for threads.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Cleans up resources.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05E060-D7D4-0B02-E6A5-34CE4878F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4196268"/>
            <a:ext cx="6871554" cy="21967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98D93C-AFE1-6BEE-2871-A17C9A789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336" y="239782"/>
            <a:ext cx="7832379" cy="29028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4F329D-0908-5069-BF8A-CE48170EB08A}"/>
              </a:ext>
            </a:extLst>
          </p:cNvPr>
          <p:cNvSpPr txBox="1"/>
          <p:nvPr/>
        </p:nvSpPr>
        <p:spPr>
          <a:xfrm>
            <a:off x="130629" y="352363"/>
            <a:ext cx="85416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Controller Thread</a:t>
            </a:r>
            <a:endParaRPr lang="en-US" sz="24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Checks emergency queue.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Checks landing queue.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Checks takeoff queue.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Acquires runway.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Performs operation.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Releases runway. </a:t>
            </a:r>
          </a:p>
        </p:txBody>
      </p:sp>
    </p:spTree>
    <p:extLst>
      <p:ext uri="{BB962C8B-B14F-4D97-AF65-F5344CB8AC3E}">
        <p14:creationId xmlns:p14="http://schemas.microsoft.com/office/powerpoint/2010/main" val="81626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75"/>
    </mc:Choice>
    <mc:Fallback xmlns="">
      <p:transition spd="slow" advTm="23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A6983A-0633-9BAB-7C9A-25849AC60CA1}"/>
              </a:ext>
            </a:extLst>
          </p:cNvPr>
          <p:cNvSpPr txBox="1"/>
          <p:nvPr/>
        </p:nvSpPr>
        <p:spPr>
          <a:xfrm>
            <a:off x="174173" y="2289873"/>
            <a:ext cx="769257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How did we reduce deadlock risk?</a:t>
            </a:r>
            <a:endParaRPr lang="en-US" sz="32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Use consistent locking.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Keep </a:t>
            </a:r>
            <a:r>
              <a:rPr lang="en-US" sz="2400" dirty="0">
                <a:solidFill>
                  <a:srgbClr val="FF0000"/>
                </a:solidFill>
              </a:rPr>
              <a:t>critical sections </a:t>
            </a:r>
            <a:r>
              <a:rPr lang="en-US" sz="2400" dirty="0"/>
              <a:t>short.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Release </a:t>
            </a:r>
            <a:r>
              <a:rPr lang="en-US" sz="2400" dirty="0">
                <a:solidFill>
                  <a:srgbClr val="00B050"/>
                </a:solidFill>
              </a:rPr>
              <a:t>queue mutex </a:t>
            </a:r>
            <a:r>
              <a:rPr lang="en-US" sz="2400" dirty="0"/>
              <a:t>before waiting for runway.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Release runway after operation.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Avoid nested mutex locking.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Properly clean up </a:t>
            </a:r>
            <a:r>
              <a:rPr lang="en-US" sz="2400" dirty="0">
                <a:solidFill>
                  <a:srgbClr val="C00000"/>
                </a:solidFill>
              </a:rPr>
              <a:t>synchronization</a:t>
            </a:r>
            <a:r>
              <a:rPr lang="en-US" sz="2400" dirty="0"/>
              <a:t> resources.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1714F-881A-43BA-8B02-98DC98AF5886}"/>
              </a:ext>
            </a:extLst>
          </p:cNvPr>
          <p:cNvSpPr txBox="1"/>
          <p:nvPr/>
        </p:nvSpPr>
        <p:spPr>
          <a:xfrm>
            <a:off x="3497944" y="66441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Deadlock Prevention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8FEBAB-DFF2-EA0D-0C44-C5A208E8B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014" y="2289873"/>
            <a:ext cx="5203986" cy="25864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635831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D7B9D-A46A-4C53-B459-DB2722042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626" y="500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  <a:effectLst/>
                <a:latin typeface="quote-cjk-patch"/>
              </a:rPr>
              <a:t>Conclusion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265DA-9E1B-46C7-A649-09AAE1118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735" y="2104985"/>
            <a:ext cx="9998529" cy="4252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Finally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our system uses separate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flight and controller threads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 We faced challenges such as race conditions, runway competition, queue overflow, and mixed console output. We solved these using mutexes and semaphores. Overall, this project helped us understand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multithreading, synchronization, scheduling, and resource management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Operating Systems.</a:t>
            </a:r>
          </a:p>
        </p:txBody>
      </p:sp>
    </p:spTree>
    <p:extLst>
      <p:ext uri="{BB962C8B-B14F-4D97-AF65-F5344CB8AC3E}">
        <p14:creationId xmlns:p14="http://schemas.microsoft.com/office/powerpoint/2010/main" val="10069145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2">
          <a:extLst>
            <a:ext uri="{FF2B5EF4-FFF2-40B4-BE49-F238E27FC236}">
              <a16:creationId xmlns:a16="http://schemas.microsoft.com/office/drawing/2014/main" id="{DCFE517B-630A-8378-5526-743D2B3D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0E77A8EB-42DF-66BF-4FF8-CE08212B721B}"/>
              </a:ext>
            </a:extLst>
          </p:cNvPr>
          <p:cNvSpPr txBox="1"/>
          <p:nvPr/>
        </p:nvSpPr>
        <p:spPr>
          <a:xfrm>
            <a:off x="2586397" y="1950761"/>
            <a:ext cx="74832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Thanks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AC117C1-AA23-4D6F-7782-C88057E6EA22}"/>
              </a:ext>
            </a:extLst>
          </p:cNvPr>
          <p:cNvSpPr/>
          <p:nvPr/>
        </p:nvSpPr>
        <p:spPr>
          <a:xfrm>
            <a:off x="972540" y="-166149"/>
            <a:ext cx="8633064" cy="6858000"/>
          </a:xfrm>
          <a:custGeom>
            <a:avLst/>
            <a:gdLst>
              <a:gd name="connsiteX0" fmla="*/ 0 w 6474798"/>
              <a:gd name="connsiteY0" fmla="*/ 0 h 5143500"/>
              <a:gd name="connsiteX1" fmla="*/ 1777913 w 6474798"/>
              <a:gd name="connsiteY1" fmla="*/ 0 h 5143500"/>
              <a:gd name="connsiteX2" fmla="*/ 1846151 w 6474798"/>
              <a:gd name="connsiteY2" fmla="*/ 48150 h 5143500"/>
              <a:gd name="connsiteX3" fmla="*/ 3057525 w 6474798"/>
              <a:gd name="connsiteY3" fmla="*/ 1162050 h 5143500"/>
              <a:gd name="connsiteX4" fmla="*/ 2743200 w 6474798"/>
              <a:gd name="connsiteY4" fmla="*/ 2952750 h 5143500"/>
              <a:gd name="connsiteX5" fmla="*/ 6391275 w 6474798"/>
              <a:gd name="connsiteY5" fmla="*/ 4429125 h 5143500"/>
              <a:gd name="connsiteX6" fmla="*/ 6355333 w 6474798"/>
              <a:gd name="connsiteY6" fmla="*/ 5069718 h 5143500"/>
              <a:gd name="connsiteX7" fmla="*/ 6302098 w 6474798"/>
              <a:gd name="connsiteY7" fmla="*/ 5143500 h 5143500"/>
              <a:gd name="connsiteX8" fmla="*/ 0 w 6474798"/>
              <a:gd name="connsiteY8" fmla="*/ 5143500 h 5143500"/>
              <a:gd name="connsiteX9" fmla="*/ 0 w 6474798"/>
              <a:gd name="connsiteY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74798" h="5143500">
                <a:moveTo>
                  <a:pt x="0" y="0"/>
                </a:moveTo>
                <a:lnTo>
                  <a:pt x="1777913" y="0"/>
                </a:lnTo>
                <a:lnTo>
                  <a:pt x="1846151" y="48150"/>
                </a:lnTo>
                <a:cubicBezTo>
                  <a:pt x="2378968" y="442125"/>
                  <a:pt x="2856806" y="916186"/>
                  <a:pt x="3057525" y="1162050"/>
                </a:cubicBezTo>
                <a:cubicBezTo>
                  <a:pt x="3516313" y="1724025"/>
                  <a:pt x="2187575" y="2408238"/>
                  <a:pt x="2743200" y="2952750"/>
                </a:cubicBezTo>
                <a:cubicBezTo>
                  <a:pt x="3298825" y="3497262"/>
                  <a:pt x="6054725" y="3933825"/>
                  <a:pt x="6391275" y="4429125"/>
                </a:cubicBezTo>
                <a:cubicBezTo>
                  <a:pt x="6517481" y="4614863"/>
                  <a:pt x="6496794" y="4844802"/>
                  <a:pt x="6355333" y="5069718"/>
                </a:cubicBezTo>
                <a:lnTo>
                  <a:pt x="63020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1790DFF-5E55-EC41-BB69-1CFB2C440F0D}"/>
              </a:ext>
            </a:extLst>
          </p:cNvPr>
          <p:cNvSpPr/>
          <p:nvPr/>
        </p:nvSpPr>
        <p:spPr>
          <a:xfrm>
            <a:off x="3183153" y="-136052"/>
            <a:ext cx="9821449" cy="6858000"/>
          </a:xfrm>
          <a:custGeom>
            <a:avLst/>
            <a:gdLst>
              <a:gd name="connsiteX0" fmla="*/ 0 w 7366087"/>
              <a:gd name="connsiteY0" fmla="*/ 0 h 5143500"/>
              <a:gd name="connsiteX1" fmla="*/ 7366087 w 7366087"/>
              <a:gd name="connsiteY1" fmla="*/ 0 h 5143500"/>
              <a:gd name="connsiteX2" fmla="*/ 7366087 w 7366087"/>
              <a:gd name="connsiteY2" fmla="*/ 5143500 h 5143500"/>
              <a:gd name="connsiteX3" fmla="*/ 4524185 w 7366087"/>
              <a:gd name="connsiteY3" fmla="*/ 5143500 h 5143500"/>
              <a:gd name="connsiteX4" fmla="*/ 4577420 w 7366087"/>
              <a:gd name="connsiteY4" fmla="*/ 5069718 h 5143500"/>
              <a:gd name="connsiteX5" fmla="*/ 4613362 w 7366087"/>
              <a:gd name="connsiteY5" fmla="*/ 4429125 h 5143500"/>
              <a:gd name="connsiteX6" fmla="*/ 965287 w 7366087"/>
              <a:gd name="connsiteY6" fmla="*/ 2952750 h 5143500"/>
              <a:gd name="connsiteX7" fmla="*/ 1279612 w 7366087"/>
              <a:gd name="connsiteY7" fmla="*/ 1162050 h 5143500"/>
              <a:gd name="connsiteX8" fmla="*/ 68238 w 7366087"/>
              <a:gd name="connsiteY8" fmla="*/ 48150 h 5143500"/>
              <a:gd name="connsiteX9" fmla="*/ 0 w 7366087"/>
              <a:gd name="connsiteY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66087" h="5143500">
                <a:moveTo>
                  <a:pt x="0" y="0"/>
                </a:moveTo>
                <a:lnTo>
                  <a:pt x="7366087" y="0"/>
                </a:lnTo>
                <a:lnTo>
                  <a:pt x="7366087" y="5143500"/>
                </a:lnTo>
                <a:lnTo>
                  <a:pt x="4524185" y="5143500"/>
                </a:lnTo>
                <a:lnTo>
                  <a:pt x="4577420" y="5069718"/>
                </a:lnTo>
                <a:cubicBezTo>
                  <a:pt x="4718881" y="4844802"/>
                  <a:pt x="4739568" y="4614863"/>
                  <a:pt x="4613362" y="4429125"/>
                </a:cubicBezTo>
                <a:cubicBezTo>
                  <a:pt x="4276812" y="3933825"/>
                  <a:pt x="1520912" y="3497262"/>
                  <a:pt x="965287" y="2952750"/>
                </a:cubicBezTo>
                <a:cubicBezTo>
                  <a:pt x="409662" y="2408238"/>
                  <a:pt x="1738400" y="1724025"/>
                  <a:pt x="1279612" y="1162050"/>
                </a:cubicBezTo>
                <a:cubicBezTo>
                  <a:pt x="1078893" y="916186"/>
                  <a:pt x="601055" y="442125"/>
                  <a:pt x="68238" y="481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8DDC4AA-E4E1-3EBE-59F0-239415D170B2}"/>
              </a:ext>
            </a:extLst>
          </p:cNvPr>
          <p:cNvSpPr/>
          <p:nvPr/>
        </p:nvSpPr>
        <p:spPr>
          <a:xfrm>
            <a:off x="-539186" y="-105955"/>
            <a:ext cx="8633064" cy="6858000"/>
          </a:xfrm>
          <a:custGeom>
            <a:avLst/>
            <a:gdLst>
              <a:gd name="connsiteX0" fmla="*/ 0 w 6474798"/>
              <a:gd name="connsiteY0" fmla="*/ 0 h 5143500"/>
              <a:gd name="connsiteX1" fmla="*/ 1777913 w 6474798"/>
              <a:gd name="connsiteY1" fmla="*/ 0 h 5143500"/>
              <a:gd name="connsiteX2" fmla="*/ 1846151 w 6474798"/>
              <a:gd name="connsiteY2" fmla="*/ 48150 h 5143500"/>
              <a:gd name="connsiteX3" fmla="*/ 3057525 w 6474798"/>
              <a:gd name="connsiteY3" fmla="*/ 1162050 h 5143500"/>
              <a:gd name="connsiteX4" fmla="*/ 2743200 w 6474798"/>
              <a:gd name="connsiteY4" fmla="*/ 2952750 h 5143500"/>
              <a:gd name="connsiteX5" fmla="*/ 6391275 w 6474798"/>
              <a:gd name="connsiteY5" fmla="*/ 4429125 h 5143500"/>
              <a:gd name="connsiteX6" fmla="*/ 6355333 w 6474798"/>
              <a:gd name="connsiteY6" fmla="*/ 5069718 h 5143500"/>
              <a:gd name="connsiteX7" fmla="*/ 6302098 w 6474798"/>
              <a:gd name="connsiteY7" fmla="*/ 5143500 h 5143500"/>
              <a:gd name="connsiteX8" fmla="*/ 0 w 6474798"/>
              <a:gd name="connsiteY8" fmla="*/ 5143500 h 5143500"/>
              <a:gd name="connsiteX9" fmla="*/ 0 w 6474798"/>
              <a:gd name="connsiteY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74798" h="5143500">
                <a:moveTo>
                  <a:pt x="0" y="0"/>
                </a:moveTo>
                <a:lnTo>
                  <a:pt x="1777913" y="0"/>
                </a:lnTo>
                <a:lnTo>
                  <a:pt x="1846151" y="48150"/>
                </a:lnTo>
                <a:cubicBezTo>
                  <a:pt x="2378968" y="442125"/>
                  <a:pt x="2856806" y="916186"/>
                  <a:pt x="3057525" y="1162050"/>
                </a:cubicBezTo>
                <a:cubicBezTo>
                  <a:pt x="3516313" y="1724025"/>
                  <a:pt x="2187575" y="2408238"/>
                  <a:pt x="2743200" y="2952750"/>
                </a:cubicBezTo>
                <a:cubicBezTo>
                  <a:pt x="3298825" y="3497262"/>
                  <a:pt x="6054725" y="3933825"/>
                  <a:pt x="6391275" y="4429125"/>
                </a:cubicBezTo>
                <a:cubicBezTo>
                  <a:pt x="6517481" y="4614863"/>
                  <a:pt x="6496794" y="4844802"/>
                  <a:pt x="6355333" y="5069718"/>
                </a:cubicBezTo>
                <a:lnTo>
                  <a:pt x="63020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6F6E75E-A78D-3021-ECC1-B28C967025AF}"/>
              </a:ext>
            </a:extLst>
          </p:cNvPr>
          <p:cNvSpPr/>
          <p:nvPr/>
        </p:nvSpPr>
        <p:spPr>
          <a:xfrm>
            <a:off x="4508348" y="-121003"/>
            <a:ext cx="9821449" cy="6858000"/>
          </a:xfrm>
          <a:custGeom>
            <a:avLst/>
            <a:gdLst>
              <a:gd name="connsiteX0" fmla="*/ 0 w 7366087"/>
              <a:gd name="connsiteY0" fmla="*/ 0 h 5143500"/>
              <a:gd name="connsiteX1" fmla="*/ 7366087 w 7366087"/>
              <a:gd name="connsiteY1" fmla="*/ 0 h 5143500"/>
              <a:gd name="connsiteX2" fmla="*/ 7366087 w 7366087"/>
              <a:gd name="connsiteY2" fmla="*/ 5143500 h 5143500"/>
              <a:gd name="connsiteX3" fmla="*/ 4524185 w 7366087"/>
              <a:gd name="connsiteY3" fmla="*/ 5143500 h 5143500"/>
              <a:gd name="connsiteX4" fmla="*/ 4577420 w 7366087"/>
              <a:gd name="connsiteY4" fmla="*/ 5069718 h 5143500"/>
              <a:gd name="connsiteX5" fmla="*/ 4613362 w 7366087"/>
              <a:gd name="connsiteY5" fmla="*/ 4429125 h 5143500"/>
              <a:gd name="connsiteX6" fmla="*/ 965287 w 7366087"/>
              <a:gd name="connsiteY6" fmla="*/ 2952750 h 5143500"/>
              <a:gd name="connsiteX7" fmla="*/ 1279612 w 7366087"/>
              <a:gd name="connsiteY7" fmla="*/ 1162050 h 5143500"/>
              <a:gd name="connsiteX8" fmla="*/ 68238 w 7366087"/>
              <a:gd name="connsiteY8" fmla="*/ 48150 h 5143500"/>
              <a:gd name="connsiteX9" fmla="*/ 0 w 7366087"/>
              <a:gd name="connsiteY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66087" h="5143500">
                <a:moveTo>
                  <a:pt x="0" y="0"/>
                </a:moveTo>
                <a:lnTo>
                  <a:pt x="7366087" y="0"/>
                </a:lnTo>
                <a:lnTo>
                  <a:pt x="7366087" y="5143500"/>
                </a:lnTo>
                <a:lnTo>
                  <a:pt x="4524185" y="5143500"/>
                </a:lnTo>
                <a:lnTo>
                  <a:pt x="4577420" y="5069718"/>
                </a:lnTo>
                <a:cubicBezTo>
                  <a:pt x="4718881" y="4844802"/>
                  <a:pt x="4739568" y="4614863"/>
                  <a:pt x="4613362" y="4429125"/>
                </a:cubicBezTo>
                <a:cubicBezTo>
                  <a:pt x="4276812" y="3933825"/>
                  <a:pt x="1520912" y="3497262"/>
                  <a:pt x="965287" y="2952750"/>
                </a:cubicBezTo>
                <a:cubicBezTo>
                  <a:pt x="409662" y="2408238"/>
                  <a:pt x="1738400" y="1724025"/>
                  <a:pt x="1279612" y="1162050"/>
                </a:cubicBezTo>
                <a:cubicBezTo>
                  <a:pt x="1078893" y="916186"/>
                  <a:pt x="601055" y="442125"/>
                  <a:pt x="68238" y="481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856082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2">
          <a:extLst>
            <a:ext uri="{FF2B5EF4-FFF2-40B4-BE49-F238E27FC236}">
              <a16:creationId xmlns:a16="http://schemas.microsoft.com/office/drawing/2014/main" id="{4EB8941A-E8F6-D58A-94B9-1EBBE362A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5D0D8CD9-D9BB-0399-78E5-BBFAA1DC6529}"/>
              </a:ext>
            </a:extLst>
          </p:cNvPr>
          <p:cNvSpPr txBox="1"/>
          <p:nvPr/>
        </p:nvSpPr>
        <p:spPr>
          <a:xfrm>
            <a:off x="3074388" y="2313046"/>
            <a:ext cx="712886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Thanks</a:t>
            </a:r>
            <a:endParaRPr lang="en-US" sz="14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87FC26D-9E23-79CE-846D-29CED20BB0EA}"/>
              </a:ext>
            </a:extLst>
          </p:cNvPr>
          <p:cNvSpPr/>
          <p:nvPr/>
        </p:nvSpPr>
        <p:spPr>
          <a:xfrm>
            <a:off x="1" y="-853440"/>
            <a:ext cx="6629404" cy="9286239"/>
          </a:xfrm>
          <a:custGeom>
            <a:avLst/>
            <a:gdLst>
              <a:gd name="connsiteX0" fmla="*/ 0 w 6474798"/>
              <a:gd name="connsiteY0" fmla="*/ 0 h 5143500"/>
              <a:gd name="connsiteX1" fmla="*/ 1777913 w 6474798"/>
              <a:gd name="connsiteY1" fmla="*/ 0 h 5143500"/>
              <a:gd name="connsiteX2" fmla="*/ 1846151 w 6474798"/>
              <a:gd name="connsiteY2" fmla="*/ 48150 h 5143500"/>
              <a:gd name="connsiteX3" fmla="*/ 3057525 w 6474798"/>
              <a:gd name="connsiteY3" fmla="*/ 1162050 h 5143500"/>
              <a:gd name="connsiteX4" fmla="*/ 2743200 w 6474798"/>
              <a:gd name="connsiteY4" fmla="*/ 2952750 h 5143500"/>
              <a:gd name="connsiteX5" fmla="*/ 6391275 w 6474798"/>
              <a:gd name="connsiteY5" fmla="*/ 4429125 h 5143500"/>
              <a:gd name="connsiteX6" fmla="*/ 6355333 w 6474798"/>
              <a:gd name="connsiteY6" fmla="*/ 5069718 h 5143500"/>
              <a:gd name="connsiteX7" fmla="*/ 6302098 w 6474798"/>
              <a:gd name="connsiteY7" fmla="*/ 5143500 h 5143500"/>
              <a:gd name="connsiteX8" fmla="*/ 0 w 6474798"/>
              <a:gd name="connsiteY8" fmla="*/ 5143500 h 5143500"/>
              <a:gd name="connsiteX9" fmla="*/ 0 w 6474798"/>
              <a:gd name="connsiteY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74798" h="5143500">
                <a:moveTo>
                  <a:pt x="0" y="0"/>
                </a:moveTo>
                <a:lnTo>
                  <a:pt x="1777913" y="0"/>
                </a:lnTo>
                <a:lnTo>
                  <a:pt x="1846151" y="48150"/>
                </a:lnTo>
                <a:cubicBezTo>
                  <a:pt x="2378968" y="442125"/>
                  <a:pt x="2856806" y="916186"/>
                  <a:pt x="3057525" y="1162050"/>
                </a:cubicBezTo>
                <a:cubicBezTo>
                  <a:pt x="3516313" y="1724025"/>
                  <a:pt x="2187575" y="2408238"/>
                  <a:pt x="2743200" y="2952750"/>
                </a:cubicBezTo>
                <a:cubicBezTo>
                  <a:pt x="3298825" y="3497262"/>
                  <a:pt x="6054725" y="3933825"/>
                  <a:pt x="6391275" y="4429125"/>
                </a:cubicBezTo>
                <a:cubicBezTo>
                  <a:pt x="6517481" y="4614863"/>
                  <a:pt x="6496794" y="4844802"/>
                  <a:pt x="6355333" y="5069718"/>
                </a:cubicBezTo>
                <a:lnTo>
                  <a:pt x="63020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591E9F7-6156-C138-2378-5D6030E41300}"/>
              </a:ext>
            </a:extLst>
          </p:cNvPr>
          <p:cNvSpPr/>
          <p:nvPr/>
        </p:nvSpPr>
        <p:spPr>
          <a:xfrm>
            <a:off x="7894321" y="0"/>
            <a:ext cx="4175761" cy="8750299"/>
          </a:xfrm>
          <a:custGeom>
            <a:avLst/>
            <a:gdLst>
              <a:gd name="connsiteX0" fmla="*/ 0 w 7366087"/>
              <a:gd name="connsiteY0" fmla="*/ 0 h 5143500"/>
              <a:gd name="connsiteX1" fmla="*/ 7366087 w 7366087"/>
              <a:gd name="connsiteY1" fmla="*/ 0 h 5143500"/>
              <a:gd name="connsiteX2" fmla="*/ 7366087 w 7366087"/>
              <a:gd name="connsiteY2" fmla="*/ 5143500 h 5143500"/>
              <a:gd name="connsiteX3" fmla="*/ 4524185 w 7366087"/>
              <a:gd name="connsiteY3" fmla="*/ 5143500 h 5143500"/>
              <a:gd name="connsiteX4" fmla="*/ 4577420 w 7366087"/>
              <a:gd name="connsiteY4" fmla="*/ 5069718 h 5143500"/>
              <a:gd name="connsiteX5" fmla="*/ 4613362 w 7366087"/>
              <a:gd name="connsiteY5" fmla="*/ 4429125 h 5143500"/>
              <a:gd name="connsiteX6" fmla="*/ 965287 w 7366087"/>
              <a:gd name="connsiteY6" fmla="*/ 2952750 h 5143500"/>
              <a:gd name="connsiteX7" fmla="*/ 1279612 w 7366087"/>
              <a:gd name="connsiteY7" fmla="*/ 1162050 h 5143500"/>
              <a:gd name="connsiteX8" fmla="*/ 68238 w 7366087"/>
              <a:gd name="connsiteY8" fmla="*/ 48150 h 5143500"/>
              <a:gd name="connsiteX9" fmla="*/ 0 w 7366087"/>
              <a:gd name="connsiteY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66087" h="5143500">
                <a:moveTo>
                  <a:pt x="0" y="0"/>
                </a:moveTo>
                <a:lnTo>
                  <a:pt x="7366087" y="0"/>
                </a:lnTo>
                <a:lnTo>
                  <a:pt x="7366087" y="5143500"/>
                </a:lnTo>
                <a:lnTo>
                  <a:pt x="4524185" y="5143500"/>
                </a:lnTo>
                <a:lnTo>
                  <a:pt x="4577420" y="5069718"/>
                </a:lnTo>
                <a:cubicBezTo>
                  <a:pt x="4718881" y="4844802"/>
                  <a:pt x="4739568" y="4614863"/>
                  <a:pt x="4613362" y="4429125"/>
                </a:cubicBezTo>
                <a:cubicBezTo>
                  <a:pt x="4276812" y="3933825"/>
                  <a:pt x="1520912" y="3497262"/>
                  <a:pt x="965287" y="2952750"/>
                </a:cubicBezTo>
                <a:cubicBezTo>
                  <a:pt x="409662" y="2408238"/>
                  <a:pt x="1738400" y="1724025"/>
                  <a:pt x="1279612" y="1162050"/>
                </a:cubicBezTo>
                <a:cubicBezTo>
                  <a:pt x="1078893" y="916186"/>
                  <a:pt x="601055" y="442125"/>
                  <a:pt x="68238" y="481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D51E329-F448-4EC5-D05E-D53DA6975D58}"/>
              </a:ext>
            </a:extLst>
          </p:cNvPr>
          <p:cNvSpPr/>
          <p:nvPr/>
        </p:nvSpPr>
        <p:spPr>
          <a:xfrm>
            <a:off x="-419101" y="-1"/>
            <a:ext cx="5981700" cy="8750300"/>
          </a:xfrm>
          <a:custGeom>
            <a:avLst/>
            <a:gdLst>
              <a:gd name="connsiteX0" fmla="*/ 0 w 6474798"/>
              <a:gd name="connsiteY0" fmla="*/ 0 h 5143500"/>
              <a:gd name="connsiteX1" fmla="*/ 1777913 w 6474798"/>
              <a:gd name="connsiteY1" fmla="*/ 0 h 5143500"/>
              <a:gd name="connsiteX2" fmla="*/ 1846151 w 6474798"/>
              <a:gd name="connsiteY2" fmla="*/ 48150 h 5143500"/>
              <a:gd name="connsiteX3" fmla="*/ 3057525 w 6474798"/>
              <a:gd name="connsiteY3" fmla="*/ 1162050 h 5143500"/>
              <a:gd name="connsiteX4" fmla="*/ 2743200 w 6474798"/>
              <a:gd name="connsiteY4" fmla="*/ 2952750 h 5143500"/>
              <a:gd name="connsiteX5" fmla="*/ 6391275 w 6474798"/>
              <a:gd name="connsiteY5" fmla="*/ 4429125 h 5143500"/>
              <a:gd name="connsiteX6" fmla="*/ 6355333 w 6474798"/>
              <a:gd name="connsiteY6" fmla="*/ 5069718 h 5143500"/>
              <a:gd name="connsiteX7" fmla="*/ 6302098 w 6474798"/>
              <a:gd name="connsiteY7" fmla="*/ 5143500 h 5143500"/>
              <a:gd name="connsiteX8" fmla="*/ 0 w 6474798"/>
              <a:gd name="connsiteY8" fmla="*/ 5143500 h 5143500"/>
              <a:gd name="connsiteX9" fmla="*/ 0 w 6474798"/>
              <a:gd name="connsiteY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74798" h="5143500">
                <a:moveTo>
                  <a:pt x="0" y="0"/>
                </a:moveTo>
                <a:lnTo>
                  <a:pt x="1777913" y="0"/>
                </a:lnTo>
                <a:lnTo>
                  <a:pt x="1846151" y="48150"/>
                </a:lnTo>
                <a:cubicBezTo>
                  <a:pt x="2378968" y="442125"/>
                  <a:pt x="2856806" y="916186"/>
                  <a:pt x="3057525" y="1162050"/>
                </a:cubicBezTo>
                <a:cubicBezTo>
                  <a:pt x="3516313" y="1724025"/>
                  <a:pt x="2187575" y="2408238"/>
                  <a:pt x="2743200" y="2952750"/>
                </a:cubicBezTo>
                <a:cubicBezTo>
                  <a:pt x="3298825" y="3497262"/>
                  <a:pt x="6054725" y="3933825"/>
                  <a:pt x="6391275" y="4429125"/>
                </a:cubicBezTo>
                <a:cubicBezTo>
                  <a:pt x="6517481" y="4614863"/>
                  <a:pt x="6496794" y="4844802"/>
                  <a:pt x="6355333" y="5069718"/>
                </a:cubicBezTo>
                <a:lnTo>
                  <a:pt x="63020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BC2F111-71C3-8C6D-EE39-68B0F9723956}"/>
              </a:ext>
            </a:extLst>
          </p:cNvPr>
          <p:cNvSpPr/>
          <p:nvPr/>
        </p:nvSpPr>
        <p:spPr>
          <a:xfrm>
            <a:off x="8781850" y="-317500"/>
            <a:ext cx="4076701" cy="8750299"/>
          </a:xfrm>
          <a:custGeom>
            <a:avLst/>
            <a:gdLst>
              <a:gd name="connsiteX0" fmla="*/ 0 w 7366087"/>
              <a:gd name="connsiteY0" fmla="*/ 0 h 5143500"/>
              <a:gd name="connsiteX1" fmla="*/ 7366087 w 7366087"/>
              <a:gd name="connsiteY1" fmla="*/ 0 h 5143500"/>
              <a:gd name="connsiteX2" fmla="*/ 7366087 w 7366087"/>
              <a:gd name="connsiteY2" fmla="*/ 5143500 h 5143500"/>
              <a:gd name="connsiteX3" fmla="*/ 4524185 w 7366087"/>
              <a:gd name="connsiteY3" fmla="*/ 5143500 h 5143500"/>
              <a:gd name="connsiteX4" fmla="*/ 4577420 w 7366087"/>
              <a:gd name="connsiteY4" fmla="*/ 5069718 h 5143500"/>
              <a:gd name="connsiteX5" fmla="*/ 4613362 w 7366087"/>
              <a:gd name="connsiteY5" fmla="*/ 4429125 h 5143500"/>
              <a:gd name="connsiteX6" fmla="*/ 965287 w 7366087"/>
              <a:gd name="connsiteY6" fmla="*/ 2952750 h 5143500"/>
              <a:gd name="connsiteX7" fmla="*/ 1279612 w 7366087"/>
              <a:gd name="connsiteY7" fmla="*/ 1162050 h 5143500"/>
              <a:gd name="connsiteX8" fmla="*/ 68238 w 7366087"/>
              <a:gd name="connsiteY8" fmla="*/ 48150 h 5143500"/>
              <a:gd name="connsiteX9" fmla="*/ 0 w 7366087"/>
              <a:gd name="connsiteY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66087" h="5143500">
                <a:moveTo>
                  <a:pt x="0" y="0"/>
                </a:moveTo>
                <a:lnTo>
                  <a:pt x="7366087" y="0"/>
                </a:lnTo>
                <a:lnTo>
                  <a:pt x="7366087" y="5143500"/>
                </a:lnTo>
                <a:lnTo>
                  <a:pt x="4524185" y="5143500"/>
                </a:lnTo>
                <a:lnTo>
                  <a:pt x="4577420" y="5069718"/>
                </a:lnTo>
                <a:cubicBezTo>
                  <a:pt x="4718881" y="4844802"/>
                  <a:pt x="4739568" y="4614863"/>
                  <a:pt x="4613362" y="4429125"/>
                </a:cubicBezTo>
                <a:cubicBezTo>
                  <a:pt x="4276812" y="3933825"/>
                  <a:pt x="1520912" y="3497262"/>
                  <a:pt x="965287" y="2952750"/>
                </a:cubicBezTo>
                <a:cubicBezTo>
                  <a:pt x="409662" y="2408238"/>
                  <a:pt x="1738400" y="1724025"/>
                  <a:pt x="1279612" y="1162050"/>
                </a:cubicBezTo>
                <a:cubicBezTo>
                  <a:pt x="1078893" y="916186"/>
                  <a:pt x="601055" y="442125"/>
                  <a:pt x="68238" y="481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303302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.9|1.7|1.6|1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544</Words>
  <Application>Microsoft Office PowerPoint</Application>
  <PresentationFormat>Widescreen</PresentationFormat>
  <Paragraphs>106</Paragraphs>
  <Slides>14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Amasis MT Pro Black</vt:lpstr>
      <vt:lpstr>Aptos</vt:lpstr>
      <vt:lpstr>Aptos Display</vt:lpstr>
      <vt:lpstr>Arial</vt:lpstr>
      <vt:lpstr>Bahnschrift</vt:lpstr>
      <vt:lpstr>Bahnschrift SemiBold</vt:lpstr>
      <vt:lpstr>Calibri</vt:lpstr>
      <vt:lpstr>Courier New</vt:lpstr>
      <vt:lpstr>quote-cjk-patch</vt:lpstr>
      <vt:lpstr>Segoe UI Semibold</vt:lpstr>
      <vt:lpstr>Vazirmatn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Synchronization &amp; Preventions</vt:lpstr>
      <vt:lpstr>PowerPoint Presentation</vt:lpstr>
      <vt:lpstr>PowerPoint Presentation</vt:lpstr>
      <vt:lpstr>PowerPoint Presentation</vt:lpstr>
      <vt:lpstr>Conclusion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Sohidul Islam</dc:creator>
  <cp:lastModifiedBy>Sohidul Islam</cp:lastModifiedBy>
  <cp:revision>8</cp:revision>
  <dcterms:created xsi:type="dcterms:W3CDTF">2026-08-13T13:42:11Z</dcterms:created>
  <dcterms:modified xsi:type="dcterms:W3CDTF">2026-08-15T19:03:02Z</dcterms:modified>
</cp:coreProperties>
</file>